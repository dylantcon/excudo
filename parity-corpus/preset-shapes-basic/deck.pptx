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>
            <a:off x="692150" y="642937"/>
            <a:ext cx="1409700" cy="1114426"/>
          </a:xfrm>
          <a:prstGeom prst="arc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ular Callout 2"/>
          <p:cNvSpPr/>
          <p:nvPr/>
        </p:nvSpPr>
        <p:spPr>
          <a:xfrm>
            <a:off x="2571750" y="642937"/>
            <a:ext cx="1409700" cy="1114426"/>
          </a:xfrm>
          <a:prstGeom prst="wedgeRoundRect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vel 3"/>
          <p:cNvSpPr/>
          <p:nvPr/>
        </p:nvSpPr>
        <p:spPr>
          <a:xfrm>
            <a:off x="4451350" y="642937"/>
            <a:ext cx="1409700" cy="1114426"/>
          </a:xfrm>
          <a:prstGeom prst="bevel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lock Arc 4"/>
          <p:cNvSpPr/>
          <p:nvPr/>
        </p:nvSpPr>
        <p:spPr>
          <a:xfrm>
            <a:off x="6330950" y="642937"/>
            <a:ext cx="1409700" cy="1114426"/>
          </a:xfrm>
          <a:prstGeom prst="blockArc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n 5"/>
          <p:cNvSpPr/>
          <p:nvPr/>
        </p:nvSpPr>
        <p:spPr>
          <a:xfrm>
            <a:off x="8210550" y="642937"/>
            <a:ext cx="1409700" cy="1114426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art Plus 6"/>
          <p:cNvSpPr/>
          <p:nvPr/>
        </p:nvSpPr>
        <p:spPr>
          <a:xfrm>
            <a:off x="10090150" y="642937"/>
            <a:ext cx="1409700" cy="1114426"/>
          </a:xfrm>
          <a:prstGeom prst="chartPlu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art X 7"/>
          <p:cNvSpPr/>
          <p:nvPr/>
        </p:nvSpPr>
        <p:spPr>
          <a:xfrm>
            <a:off x="692150" y="2128837"/>
            <a:ext cx="1409700" cy="1114426"/>
          </a:xfrm>
          <a:prstGeom prst="chartX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evron 8"/>
          <p:cNvSpPr/>
          <p:nvPr/>
        </p:nvSpPr>
        <p:spPr>
          <a:xfrm>
            <a:off x="2571750" y="2128837"/>
            <a:ext cx="1409700" cy="1114426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ord 9"/>
          <p:cNvSpPr/>
          <p:nvPr/>
        </p:nvSpPr>
        <p:spPr>
          <a:xfrm>
            <a:off x="4451350" y="2128837"/>
            <a:ext cx="1409700" cy="1114426"/>
          </a:xfrm>
          <a:prstGeom prst="chor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loud 10"/>
          <p:cNvSpPr/>
          <p:nvPr/>
        </p:nvSpPr>
        <p:spPr>
          <a:xfrm>
            <a:off x="6330950" y="2128837"/>
            <a:ext cx="1409700" cy="1114426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rner 11"/>
          <p:cNvSpPr/>
          <p:nvPr/>
        </p:nvSpPr>
        <p:spPr>
          <a:xfrm>
            <a:off x="8210550" y="2128837"/>
            <a:ext cx="1409700" cy="1114426"/>
          </a:xfrm>
          <a:prstGeom prst="corne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rner Tabs 12"/>
          <p:cNvSpPr/>
          <p:nvPr/>
        </p:nvSpPr>
        <p:spPr>
          <a:xfrm>
            <a:off x="10090150" y="2128837"/>
            <a:ext cx="1409700" cy="1114426"/>
          </a:xfrm>
          <a:prstGeom prst="cornerTab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ross 13"/>
          <p:cNvSpPr/>
          <p:nvPr/>
        </p:nvSpPr>
        <p:spPr>
          <a:xfrm>
            <a:off x="692150" y="3614737"/>
            <a:ext cx="1409700" cy="1114426"/>
          </a:xfrm>
          <a:prstGeom prst="plu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ube 14"/>
          <p:cNvSpPr/>
          <p:nvPr/>
        </p:nvSpPr>
        <p:spPr>
          <a:xfrm>
            <a:off x="2571750" y="3614737"/>
            <a:ext cx="1409700" cy="1114426"/>
          </a:xfrm>
          <a:prstGeom prst="cub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ecagon 15"/>
          <p:cNvSpPr/>
          <p:nvPr/>
        </p:nvSpPr>
        <p:spPr>
          <a:xfrm>
            <a:off x="4451350" y="3614737"/>
            <a:ext cx="1409700" cy="1114426"/>
          </a:xfrm>
          <a:prstGeom prst="decag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agonal Stripe 16"/>
          <p:cNvSpPr/>
          <p:nvPr/>
        </p:nvSpPr>
        <p:spPr>
          <a:xfrm>
            <a:off x="6330950" y="3614737"/>
            <a:ext cx="1409700" cy="1114426"/>
          </a:xfrm>
          <a:prstGeom prst="diagStrip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8210550" y="3614737"/>
            <a:ext cx="1409700" cy="1114426"/>
          </a:xfrm>
          <a:prstGeom prst="diamon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decagon 18"/>
          <p:cNvSpPr/>
          <p:nvPr/>
        </p:nvSpPr>
        <p:spPr>
          <a:xfrm>
            <a:off x="10090150" y="3614737"/>
            <a:ext cx="1409700" cy="1114426"/>
          </a:xfrm>
          <a:prstGeom prst="dodecag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onut 19"/>
          <p:cNvSpPr/>
          <p:nvPr/>
        </p:nvSpPr>
        <p:spPr>
          <a:xfrm>
            <a:off x="692150" y="5100637"/>
            <a:ext cx="1409700" cy="1114426"/>
          </a:xfrm>
          <a:prstGeom prst="don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ouble Brace 20"/>
          <p:cNvSpPr/>
          <p:nvPr/>
        </p:nvSpPr>
        <p:spPr>
          <a:xfrm>
            <a:off x="2571750" y="5100637"/>
            <a:ext cx="1409700" cy="1114426"/>
          </a:xfrm>
          <a:prstGeom prst="bracePai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ouble Bracket 21"/>
          <p:cNvSpPr/>
          <p:nvPr/>
        </p:nvSpPr>
        <p:spPr>
          <a:xfrm>
            <a:off x="4451350" y="5100637"/>
            <a:ext cx="1409700" cy="1114426"/>
          </a:xfrm>
          <a:prstGeom prst="bracketPai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olded Corner 22"/>
          <p:cNvSpPr/>
          <p:nvPr/>
        </p:nvSpPr>
        <p:spPr>
          <a:xfrm>
            <a:off x="6330950" y="5100637"/>
            <a:ext cx="1409700" cy="1114426"/>
          </a:xfrm>
          <a:prstGeom prst="foldedCorne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ame 23"/>
          <p:cNvSpPr/>
          <p:nvPr/>
        </p:nvSpPr>
        <p:spPr>
          <a:xfrm>
            <a:off x="8210550" y="5100637"/>
            <a:ext cx="1409700" cy="1114426"/>
          </a:xfrm>
          <a:prstGeom prst="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unnel 24"/>
          <p:cNvSpPr/>
          <p:nvPr/>
        </p:nvSpPr>
        <p:spPr>
          <a:xfrm>
            <a:off x="10090150" y="5100637"/>
            <a:ext cx="1409700" cy="1114426"/>
          </a:xfrm>
          <a:prstGeom prst="funnel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ear 6 1"/>
          <p:cNvSpPr/>
          <p:nvPr/>
        </p:nvSpPr>
        <p:spPr>
          <a:xfrm>
            <a:off x="692150" y="642937"/>
            <a:ext cx="1409700" cy="1114426"/>
          </a:xfrm>
          <a:prstGeom prst="gear6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Gear 9 2"/>
          <p:cNvSpPr/>
          <p:nvPr/>
        </p:nvSpPr>
        <p:spPr>
          <a:xfrm>
            <a:off x="2571750" y="642937"/>
            <a:ext cx="1409700" cy="1114426"/>
          </a:xfrm>
          <a:prstGeom prst="gear9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alf Frame 3"/>
          <p:cNvSpPr/>
          <p:nvPr/>
        </p:nvSpPr>
        <p:spPr>
          <a:xfrm>
            <a:off x="4451350" y="642937"/>
            <a:ext cx="1409700" cy="1114426"/>
          </a:xfrm>
          <a:prstGeom prst="half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art 4"/>
          <p:cNvSpPr/>
          <p:nvPr/>
        </p:nvSpPr>
        <p:spPr>
          <a:xfrm>
            <a:off x="6330950" y="642937"/>
            <a:ext cx="1409700" cy="1114426"/>
          </a:xfrm>
          <a:prstGeom prst="hear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ptagon 5"/>
          <p:cNvSpPr/>
          <p:nvPr/>
        </p:nvSpPr>
        <p:spPr>
          <a:xfrm>
            <a:off x="8210550" y="642937"/>
            <a:ext cx="1409700" cy="1114426"/>
          </a:xfrm>
          <a:prstGeom prst="heptag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10090150" y="642937"/>
            <a:ext cx="1409700" cy="1114426"/>
          </a:xfrm>
          <a:prstGeom prst="hexag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>
            <a:off x="692150" y="2128837"/>
            <a:ext cx="1409700" cy="1114426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eft Brace 8"/>
          <p:cNvSpPr/>
          <p:nvPr/>
        </p:nvSpPr>
        <p:spPr>
          <a:xfrm>
            <a:off x="2571750" y="2128837"/>
            <a:ext cx="1409700" cy="1114426"/>
          </a:xfrm>
          <a:prstGeom prst="leftBr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eft Bracket 9"/>
          <p:cNvSpPr/>
          <p:nvPr/>
        </p:nvSpPr>
        <p:spPr>
          <a:xfrm>
            <a:off x="4451350" y="2128837"/>
            <a:ext cx="1409700" cy="1114426"/>
          </a:xfrm>
          <a:prstGeom prst="leftBracke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ightning Bolt 10"/>
          <p:cNvSpPr/>
          <p:nvPr/>
        </p:nvSpPr>
        <p:spPr>
          <a:xfrm>
            <a:off x="6330950" y="2128837"/>
            <a:ext cx="1409700" cy="1114426"/>
          </a:xfrm>
          <a:prstGeom prst="lightningBol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raight Connector 11"/>
          <p:cNvSpPr/>
          <p:nvPr/>
        </p:nvSpPr>
        <p:spPr>
          <a:xfrm>
            <a:off x="8210550" y="2128837"/>
            <a:ext cx="1409700" cy="1114426"/>
          </a:xfrm>
          <a:prstGeom prst="lineInv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ivision 12"/>
          <p:cNvSpPr/>
          <p:nvPr/>
        </p:nvSpPr>
        <p:spPr>
          <a:xfrm>
            <a:off x="10090150" y="2128837"/>
            <a:ext cx="1409700" cy="1114426"/>
          </a:xfrm>
          <a:prstGeom prst="mathDivid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qual 13"/>
          <p:cNvSpPr/>
          <p:nvPr/>
        </p:nvSpPr>
        <p:spPr>
          <a:xfrm>
            <a:off x="692150" y="3614737"/>
            <a:ext cx="1409700" cy="1114426"/>
          </a:xfrm>
          <a:prstGeom prst="mathEqual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Minus 14"/>
          <p:cNvSpPr/>
          <p:nvPr/>
        </p:nvSpPr>
        <p:spPr>
          <a:xfrm>
            <a:off x="2571750" y="3614737"/>
            <a:ext cx="1409700" cy="1114426"/>
          </a:xfrm>
          <a:prstGeom prst="mathMinu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Multiply 15"/>
          <p:cNvSpPr/>
          <p:nvPr/>
        </p:nvSpPr>
        <p:spPr>
          <a:xfrm>
            <a:off x="4451350" y="3614737"/>
            <a:ext cx="1409700" cy="1114426"/>
          </a:xfrm>
          <a:prstGeom prst="mathMultiply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ot Equal 16"/>
          <p:cNvSpPr/>
          <p:nvPr/>
        </p:nvSpPr>
        <p:spPr>
          <a:xfrm>
            <a:off x="6330950" y="3614737"/>
            <a:ext cx="1409700" cy="1114426"/>
          </a:xfrm>
          <a:prstGeom prst="mathNotEqual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lus 17"/>
          <p:cNvSpPr/>
          <p:nvPr/>
        </p:nvSpPr>
        <p:spPr>
          <a:xfrm>
            <a:off x="8210550" y="3614737"/>
            <a:ext cx="1409700" cy="1114426"/>
          </a:xfrm>
          <a:prstGeom prst="mathPlu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Moon 18"/>
          <p:cNvSpPr/>
          <p:nvPr/>
        </p:nvSpPr>
        <p:spPr>
          <a:xfrm>
            <a:off x="10090150" y="3614737"/>
            <a:ext cx="1409700" cy="1114426"/>
          </a:xfrm>
          <a:prstGeom prst="mo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on-isosceles Trapezoid 19"/>
          <p:cNvSpPr/>
          <p:nvPr/>
        </p:nvSpPr>
        <p:spPr>
          <a:xfrm>
            <a:off x="692150" y="5100637"/>
            <a:ext cx="1409700" cy="1114426"/>
          </a:xfrm>
          <a:prstGeom prst="nonIsoscelesTrapezoi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&quot;No&quot; Symbol 20"/>
          <p:cNvSpPr/>
          <p:nvPr/>
        </p:nvSpPr>
        <p:spPr>
          <a:xfrm>
            <a:off x="2571750" y="5100637"/>
            <a:ext cx="1409700" cy="1114426"/>
          </a:xfrm>
          <a:prstGeom prst="noSmoking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ctagon 21"/>
          <p:cNvSpPr/>
          <p:nvPr/>
        </p:nvSpPr>
        <p:spPr>
          <a:xfrm>
            <a:off x="4451350" y="5100637"/>
            <a:ext cx="1409700" cy="1114426"/>
          </a:xfrm>
          <a:prstGeom prst="octag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30950" y="5100637"/>
            <a:ext cx="1409700" cy="11144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arallelogram 23"/>
          <p:cNvSpPr/>
          <p:nvPr/>
        </p:nvSpPr>
        <p:spPr>
          <a:xfrm>
            <a:off x="8210550" y="5100637"/>
            <a:ext cx="1409700" cy="1114426"/>
          </a:xfrm>
          <a:prstGeom prst="parallelogra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entagon 24"/>
          <p:cNvSpPr/>
          <p:nvPr/>
        </p:nvSpPr>
        <p:spPr>
          <a:xfrm>
            <a:off x="10090150" y="5100637"/>
            <a:ext cx="1409700" cy="1114426"/>
          </a:xfrm>
          <a:prstGeom prst="homePlat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e 1"/>
          <p:cNvSpPr/>
          <p:nvPr/>
        </p:nvSpPr>
        <p:spPr>
          <a:xfrm>
            <a:off x="692150" y="642937"/>
            <a:ext cx="1409700" cy="1114426"/>
          </a:xfrm>
          <a:prstGeom prst="pi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>
            <a:off x="2571750" y="642937"/>
            <a:ext cx="1409700" cy="1114426"/>
          </a:xfrm>
          <a:prstGeom prst="pieWedg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laque 3"/>
          <p:cNvSpPr/>
          <p:nvPr/>
        </p:nvSpPr>
        <p:spPr>
          <a:xfrm>
            <a:off x="4451350" y="642937"/>
            <a:ext cx="1409700" cy="1114426"/>
          </a:xfrm>
          <a:prstGeom prst="plaqu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laque Tabs 4"/>
          <p:cNvSpPr/>
          <p:nvPr/>
        </p:nvSpPr>
        <p:spPr>
          <a:xfrm>
            <a:off x="6330950" y="642937"/>
            <a:ext cx="1409700" cy="1114426"/>
          </a:xfrm>
          <a:prstGeom prst="plaqueTab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10550" y="642937"/>
            <a:ext cx="1409700" cy="111442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gular Pentagon 6"/>
          <p:cNvSpPr/>
          <p:nvPr/>
        </p:nvSpPr>
        <p:spPr>
          <a:xfrm>
            <a:off x="10090150" y="642937"/>
            <a:ext cx="1409700" cy="1114426"/>
          </a:xfrm>
          <a:prstGeom prst="pentag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Brace 7"/>
          <p:cNvSpPr/>
          <p:nvPr/>
        </p:nvSpPr>
        <p:spPr>
          <a:xfrm>
            <a:off x="692150" y="2128837"/>
            <a:ext cx="1409700" cy="1114426"/>
          </a:xfrm>
          <a:prstGeom prst="rightBr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Bracket 8"/>
          <p:cNvSpPr/>
          <p:nvPr/>
        </p:nvSpPr>
        <p:spPr>
          <a:xfrm>
            <a:off x="2571750" y="2128837"/>
            <a:ext cx="1409700" cy="1114426"/>
          </a:xfrm>
          <a:prstGeom prst="rightBracke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Triangle 9"/>
          <p:cNvSpPr/>
          <p:nvPr/>
        </p:nvSpPr>
        <p:spPr>
          <a:xfrm>
            <a:off x="4451350" y="2128837"/>
            <a:ext cx="1409700" cy="1114426"/>
          </a:xfrm>
          <a:prstGeom prst="rt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30950" y="2128837"/>
            <a:ext cx="1409700" cy="111442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ingle Corner Rectangle 11"/>
          <p:cNvSpPr/>
          <p:nvPr/>
        </p:nvSpPr>
        <p:spPr>
          <a:xfrm>
            <a:off x="8210550" y="2128837"/>
            <a:ext cx="1409700" cy="1114426"/>
          </a:xfrm>
          <a:prstGeom prst="round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Diagonal Corner Rectangle 12"/>
          <p:cNvSpPr/>
          <p:nvPr/>
        </p:nvSpPr>
        <p:spPr>
          <a:xfrm>
            <a:off x="10090150" y="2128837"/>
            <a:ext cx="1409700" cy="1114426"/>
          </a:xfrm>
          <a:prstGeom prst="round2Diag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>
            <a:off x="692150" y="3614737"/>
            <a:ext cx="1409700" cy="1114426"/>
          </a:xfrm>
          <a:prstGeom prst="round2Same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miley Face 14"/>
          <p:cNvSpPr/>
          <p:nvPr/>
        </p:nvSpPr>
        <p:spPr>
          <a:xfrm>
            <a:off x="2571750" y="3614737"/>
            <a:ext cx="1409700" cy="1114426"/>
          </a:xfrm>
          <a:prstGeom prst="smileyF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nip Single Corner Rectangle 15"/>
          <p:cNvSpPr/>
          <p:nvPr/>
        </p:nvSpPr>
        <p:spPr>
          <a:xfrm>
            <a:off x="4451350" y="3614737"/>
            <a:ext cx="1409700" cy="1114426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nip Diagonal Corner Rectangle 16"/>
          <p:cNvSpPr/>
          <p:nvPr/>
        </p:nvSpPr>
        <p:spPr>
          <a:xfrm>
            <a:off x="6330950" y="3614737"/>
            <a:ext cx="1409700" cy="1114426"/>
          </a:xfrm>
          <a:prstGeom prst="snip2Diag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nip Same Side Corner Rectangle 17"/>
          <p:cNvSpPr/>
          <p:nvPr/>
        </p:nvSpPr>
        <p:spPr>
          <a:xfrm>
            <a:off x="8210550" y="3614737"/>
            <a:ext cx="1409700" cy="1114426"/>
          </a:xfrm>
          <a:prstGeom prst="snip2Same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nip and Round Single Corner Rectangle 18"/>
          <p:cNvSpPr/>
          <p:nvPr/>
        </p:nvSpPr>
        <p:spPr>
          <a:xfrm>
            <a:off x="10090150" y="3614737"/>
            <a:ext cx="1409700" cy="1114426"/>
          </a:xfrm>
          <a:prstGeom prst="snip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quare Tabs 19"/>
          <p:cNvSpPr/>
          <p:nvPr/>
        </p:nvSpPr>
        <p:spPr>
          <a:xfrm>
            <a:off x="692150" y="5100637"/>
            <a:ext cx="1409700" cy="1114426"/>
          </a:xfrm>
          <a:prstGeom prst="squareTab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un 20"/>
          <p:cNvSpPr/>
          <p:nvPr/>
        </p:nvSpPr>
        <p:spPr>
          <a:xfrm>
            <a:off x="2571750" y="5100637"/>
            <a:ext cx="1409700" cy="1114426"/>
          </a:xfrm>
          <a:prstGeom prst="su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ardrop 21"/>
          <p:cNvSpPr/>
          <p:nvPr/>
        </p:nvSpPr>
        <p:spPr>
          <a:xfrm>
            <a:off x="4451350" y="5100637"/>
            <a:ext cx="1409700" cy="1114426"/>
          </a:xfrm>
          <a:prstGeom prst="teardrop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rapezoid 22"/>
          <p:cNvSpPr/>
          <p:nvPr/>
        </p:nvSpPr>
        <p:spPr>
          <a:xfrm>
            <a:off x="6330950" y="5100637"/>
            <a:ext cx="1409700" cy="1114426"/>
          </a:xfrm>
          <a:prstGeom prst="trapezoi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