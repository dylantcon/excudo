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lternate process 1"/>
          <p:cNvSpPr/>
          <p:nvPr/>
        </p:nvSpPr>
        <p:spPr>
          <a:xfrm>
            <a:off x="692150" y="642937"/>
            <a:ext cx="1409700" cy="111442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rd 2"/>
          <p:cNvSpPr/>
          <p:nvPr/>
        </p:nvSpPr>
        <p:spPr>
          <a:xfrm>
            <a:off x="2571750" y="642937"/>
            <a:ext cx="1409700" cy="1114426"/>
          </a:xfrm>
          <a:prstGeom prst="flowChartPunchedCa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llate 3"/>
          <p:cNvSpPr/>
          <p:nvPr/>
        </p:nvSpPr>
        <p:spPr>
          <a:xfrm>
            <a:off x="4451350" y="642937"/>
            <a:ext cx="1409700" cy="1114426"/>
          </a:xfrm>
          <a:prstGeom prst="flowChartCol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nector 4"/>
          <p:cNvSpPr/>
          <p:nvPr/>
        </p:nvSpPr>
        <p:spPr>
          <a:xfrm>
            <a:off x="6330950" y="642937"/>
            <a:ext cx="1409700" cy="1114426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a 5"/>
          <p:cNvSpPr/>
          <p:nvPr/>
        </p:nvSpPr>
        <p:spPr>
          <a:xfrm>
            <a:off x="8210550" y="642937"/>
            <a:ext cx="1409700" cy="1114426"/>
          </a:xfrm>
          <a:prstGeom prst="flowChartInputOut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ision 6"/>
          <p:cNvSpPr/>
          <p:nvPr/>
        </p:nvSpPr>
        <p:spPr>
          <a:xfrm>
            <a:off x="10090150" y="642937"/>
            <a:ext cx="1409700" cy="1114426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lay 7"/>
          <p:cNvSpPr/>
          <p:nvPr/>
        </p:nvSpPr>
        <p:spPr>
          <a:xfrm>
            <a:off x="692150" y="2128837"/>
            <a:ext cx="1409700" cy="1114426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rect Access Storage 8"/>
          <p:cNvSpPr/>
          <p:nvPr/>
        </p:nvSpPr>
        <p:spPr>
          <a:xfrm>
            <a:off x="2571750" y="2128837"/>
            <a:ext cx="1409700" cy="1114426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splay 9"/>
          <p:cNvSpPr/>
          <p:nvPr/>
        </p:nvSpPr>
        <p:spPr>
          <a:xfrm>
            <a:off x="4451350" y="2128837"/>
            <a:ext cx="1409700" cy="1114426"/>
          </a:xfrm>
          <a:prstGeom prst="flowChartDisp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cument 10"/>
          <p:cNvSpPr/>
          <p:nvPr/>
        </p:nvSpPr>
        <p:spPr>
          <a:xfrm>
            <a:off x="6330950" y="2128837"/>
            <a:ext cx="1409700" cy="1114426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tract 11"/>
          <p:cNvSpPr/>
          <p:nvPr/>
        </p:nvSpPr>
        <p:spPr>
          <a:xfrm>
            <a:off x="8210550" y="2128837"/>
            <a:ext cx="1409700" cy="1114426"/>
          </a:xfrm>
          <a:prstGeom prst="flowChartExtra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ternal Storage 12"/>
          <p:cNvSpPr/>
          <p:nvPr/>
        </p:nvSpPr>
        <p:spPr>
          <a:xfrm>
            <a:off x="10090150" y="2128837"/>
            <a:ext cx="1409700" cy="1114426"/>
          </a:xfrm>
          <a:prstGeom prst="flowChartInternal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agnetic Disk 13"/>
          <p:cNvSpPr/>
          <p:nvPr/>
        </p:nvSpPr>
        <p:spPr>
          <a:xfrm>
            <a:off x="692150" y="3614737"/>
            <a:ext cx="1409700" cy="1114426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anual Input 14"/>
          <p:cNvSpPr/>
          <p:nvPr/>
        </p:nvSpPr>
        <p:spPr>
          <a:xfrm>
            <a:off x="2571750" y="3614737"/>
            <a:ext cx="1409700" cy="1114426"/>
          </a:xfrm>
          <a:prstGeom prst="flowChartManualIn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anual Operation 15"/>
          <p:cNvSpPr/>
          <p:nvPr/>
        </p:nvSpPr>
        <p:spPr>
          <a:xfrm>
            <a:off x="4451350" y="3614737"/>
            <a:ext cx="1409700" cy="1114426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rge 16"/>
          <p:cNvSpPr/>
          <p:nvPr/>
        </p:nvSpPr>
        <p:spPr>
          <a:xfrm>
            <a:off x="6330950" y="3614737"/>
            <a:ext cx="1409700" cy="1114426"/>
          </a:xfrm>
          <a:prstGeom prst="flowChartMer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ultidocument 17"/>
          <p:cNvSpPr/>
          <p:nvPr/>
        </p:nvSpPr>
        <p:spPr>
          <a:xfrm>
            <a:off x="8210550" y="3614737"/>
            <a:ext cx="1409700" cy="111442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ffline Storage 18"/>
          <p:cNvSpPr/>
          <p:nvPr/>
        </p:nvSpPr>
        <p:spPr>
          <a:xfrm>
            <a:off x="10090150" y="3614737"/>
            <a:ext cx="1409700" cy="1114426"/>
          </a:xfrm>
          <a:prstGeom prst="flowChartOffline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ff-page Connector 19"/>
          <p:cNvSpPr/>
          <p:nvPr/>
        </p:nvSpPr>
        <p:spPr>
          <a:xfrm>
            <a:off x="692150" y="5100637"/>
            <a:ext cx="1409700" cy="1114426"/>
          </a:xfrm>
          <a:prstGeom prst="flowChartOffpage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r 20"/>
          <p:cNvSpPr/>
          <p:nvPr/>
        </p:nvSpPr>
        <p:spPr>
          <a:xfrm>
            <a:off x="2571750" y="5100637"/>
            <a:ext cx="1409700" cy="1114426"/>
          </a:xfrm>
          <a:prstGeom prst="flowChar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efined Process 21"/>
          <p:cNvSpPr/>
          <p:nvPr/>
        </p:nvSpPr>
        <p:spPr>
          <a:xfrm>
            <a:off x="4451350" y="5100637"/>
            <a:ext cx="1409700" cy="1114426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eparation 22"/>
          <p:cNvSpPr/>
          <p:nvPr/>
        </p:nvSpPr>
        <p:spPr>
          <a:xfrm>
            <a:off x="6330950" y="5100637"/>
            <a:ext cx="1409700" cy="1114426"/>
          </a:xfrm>
          <a:prstGeom prst="flowChartPrepa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ocess 23"/>
          <p:cNvSpPr/>
          <p:nvPr/>
        </p:nvSpPr>
        <p:spPr>
          <a:xfrm>
            <a:off x="8210550" y="5100637"/>
            <a:ext cx="1409700" cy="1114426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unched Tape 24"/>
          <p:cNvSpPr/>
          <p:nvPr/>
        </p:nvSpPr>
        <p:spPr>
          <a:xfrm>
            <a:off x="10090150" y="5100637"/>
            <a:ext cx="1409700" cy="1114426"/>
          </a:xfrm>
          <a:prstGeom prst="flowChartPunched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quential Access Storage 1"/>
          <p:cNvSpPr/>
          <p:nvPr/>
        </p:nvSpPr>
        <p:spPr>
          <a:xfrm>
            <a:off x="692150" y="642937"/>
            <a:ext cx="1409700" cy="1114426"/>
          </a:xfrm>
          <a:prstGeom prst="flowChartMagnetic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rt 2"/>
          <p:cNvSpPr/>
          <p:nvPr/>
        </p:nvSpPr>
        <p:spPr>
          <a:xfrm>
            <a:off x="2571750" y="642937"/>
            <a:ext cx="1409700" cy="1114426"/>
          </a:xfrm>
          <a:prstGeom prst="flowChartSo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ored Data 3"/>
          <p:cNvSpPr/>
          <p:nvPr/>
        </p:nvSpPr>
        <p:spPr>
          <a:xfrm>
            <a:off x="4451350" y="642937"/>
            <a:ext cx="1409700" cy="1114426"/>
          </a:xfrm>
          <a:prstGeom prst="flowChartOnline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mming Junction 4"/>
          <p:cNvSpPr/>
          <p:nvPr/>
        </p:nvSpPr>
        <p:spPr>
          <a:xfrm>
            <a:off x="6330950" y="642937"/>
            <a:ext cx="1409700" cy="1114426"/>
          </a:xfrm>
          <a:prstGeom prst="flowChartSummingJunc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rminator 5"/>
          <p:cNvSpPr/>
          <p:nvPr/>
        </p:nvSpPr>
        <p:spPr>
          <a:xfrm>
            <a:off x="8210550" y="642937"/>
            <a:ext cx="1409700" cy="1114426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