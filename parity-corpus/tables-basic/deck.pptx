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140970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2819400"/>
                <a:gridCol w="2819400"/>
                <a:gridCol w="2819400"/>
              </a:tblGrid>
              <a:tr h="792480"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/>
                        </a:rPr>
                        <a:t>Q3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97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110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140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