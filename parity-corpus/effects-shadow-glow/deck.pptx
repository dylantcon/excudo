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97000" y="1200150"/>
            <a:ext cx="1879600" cy="1485900"/>
          </a:xfrm>
          <a:prstGeom prst="rect">
            <a:avLst/>
          </a:prstGeom>
          <a:effectLst>
            <a:outerShdw blurRad="190500" dist="1524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56200" y="1200150"/>
            <a:ext cx="1879600" cy="1485900"/>
          </a:xfrm>
          <a:prstGeom prst="roundRect">
            <a:avLst/>
          </a:prstGeom>
          <a:effectLst>
            <a:outerShdw blurRad="25400" dist="101600" dir="5400000" algn="tl" rotWithShape="0">
              <a:srgbClr val="1F4E79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200150"/>
            <a:ext cx="1879600" cy="1485900"/>
          </a:xfrm>
          <a:prstGeom prst="ellipse">
            <a:avLst/>
          </a:prstGeom>
          <a:effectLst>
            <a:innerShdw blurRad="114300" dist="76200" dir="13500000">
              <a:srgbClr val="000000">
                <a:alpha val="5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97000" y="4171950"/>
            <a:ext cx="1879600" cy="1485900"/>
          </a:xfrm>
          <a:prstGeom prst="rect">
            <a:avLst/>
          </a:prstGeom>
          <a:effectLst>
            <a:glow rad="139700">
              <a:schemeClr val="accent1">
                <a:alpha val="6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56200" y="4171950"/>
            <a:ext cx="1879600" cy="148590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15400" y="4171950"/>
            <a:ext cx="1879600" cy="1485900"/>
          </a:xfrm>
          <a:prstGeom prst="ellipse">
            <a:avLst/>
          </a:prstGeom>
          <a:effectLst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