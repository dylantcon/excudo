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2150" y="642937"/>
            <a:ext cx="1409700" cy="1114426"/>
          </a:xfrm>
          <a:prstGeom prst="rect">
            <a:avLst/>
          </a:prstGeom>
          <a:pattFill prst="cross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1750" y="642937"/>
            <a:ext cx="1409700" cy="1114426"/>
          </a:xfrm>
          <a:prstGeom prst="rect">
            <a:avLst/>
          </a:prstGeom>
          <a:pattFill prst="dkDn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51350" y="642937"/>
            <a:ext cx="1409700" cy="1114426"/>
          </a:xfrm>
          <a:prstGeom prst="rect">
            <a:avLst/>
          </a:prstGeom>
          <a:pattFill prst="dkHorz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0950" y="642937"/>
            <a:ext cx="1409700" cy="1114426"/>
          </a:xfrm>
          <a:prstGeom prst="rect">
            <a:avLst/>
          </a:prstGeom>
          <a:pattFill prst="dkUp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42937"/>
            <a:ext cx="1409700" cy="1114426"/>
          </a:xfrm>
          <a:prstGeom prst="rect">
            <a:avLst/>
          </a:prstGeom>
          <a:pattFill prst="dkVer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90150" y="642937"/>
            <a:ext cx="1409700" cy="1114426"/>
          </a:xfrm>
          <a:prstGeom prst="rect">
            <a:avLst/>
          </a:prstGeom>
          <a:pattFill prst="dashDn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2150" y="2128837"/>
            <a:ext cx="1409700" cy="1114426"/>
          </a:xfrm>
          <a:prstGeom prst="rect">
            <a:avLst/>
          </a:prstGeom>
          <a:pattFill prst="dashHorz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1750" y="2128837"/>
            <a:ext cx="1409700" cy="1114426"/>
          </a:xfrm>
          <a:prstGeom prst="rect">
            <a:avLst/>
          </a:prstGeom>
          <a:pattFill prst="dashUp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1350" y="2128837"/>
            <a:ext cx="1409700" cy="1114426"/>
          </a:xfrm>
          <a:prstGeom prst="rect">
            <a:avLst/>
          </a:prstGeom>
          <a:pattFill prst="dashVer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0950" y="2128837"/>
            <a:ext cx="1409700" cy="1114426"/>
          </a:xfrm>
          <a:prstGeom prst="rect">
            <a:avLst/>
          </a:prstGeom>
          <a:pattFill prst="diagBrick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0550" y="2128837"/>
            <a:ext cx="1409700" cy="1114426"/>
          </a:xfrm>
          <a:prstGeom prst="rect">
            <a:avLst/>
          </a:prstGeom>
          <a:pattFill prst="diagCross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0150" y="2128837"/>
            <a:ext cx="1409700" cy="1114426"/>
          </a:xfrm>
          <a:prstGeom prst="rect">
            <a:avLst/>
          </a:prstGeom>
          <a:pattFill prst="divo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150" y="3614737"/>
            <a:ext cx="1409700" cy="1114426"/>
          </a:xfrm>
          <a:prstGeom prst="rect">
            <a:avLst/>
          </a:prstGeom>
          <a:pattFill prst="dotDmn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1750" y="3614737"/>
            <a:ext cx="1409700" cy="1114426"/>
          </a:xfrm>
          <a:prstGeom prst="rect">
            <a:avLst/>
          </a:prstGeom>
          <a:pattFill prst="dotGri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1350" y="3614737"/>
            <a:ext cx="1409700" cy="1114426"/>
          </a:xfrm>
          <a:prstGeom prst="rect">
            <a:avLst/>
          </a:prstGeom>
          <a:pattFill prst="dn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0950" y="3614737"/>
            <a:ext cx="1409700" cy="1114426"/>
          </a:xfrm>
          <a:prstGeom prst="rect">
            <a:avLst/>
          </a:prstGeom>
          <a:pattFill prst="pct4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0550" y="3614737"/>
            <a:ext cx="1409700" cy="1114426"/>
          </a:xfrm>
          <a:prstGeom prst="rect">
            <a:avLst/>
          </a:prstGeom>
          <a:pattFill prst="horz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0150" y="3614737"/>
            <a:ext cx="1409700" cy="1114426"/>
          </a:xfrm>
          <a:prstGeom prst="rect">
            <a:avLst/>
          </a:prstGeom>
          <a:pattFill prst="horzBrick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150" y="5100637"/>
            <a:ext cx="1409700" cy="1114426"/>
          </a:xfrm>
          <a:prstGeom prst="rect">
            <a:avLst/>
          </a:prstGeom>
          <a:pattFill prst="lgCheck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1750" y="5100637"/>
            <a:ext cx="1409700" cy="1114426"/>
          </a:xfrm>
          <a:prstGeom prst="rect">
            <a:avLst/>
          </a:prstGeom>
          <a:pattFill prst="lgConfetti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1350" y="5100637"/>
            <a:ext cx="1409700" cy="1114426"/>
          </a:xfrm>
          <a:prstGeom prst="rect">
            <a:avLst/>
          </a:prstGeom>
          <a:pattFill prst="lgGri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0950" y="5100637"/>
            <a:ext cx="1409700" cy="1114426"/>
          </a:xfrm>
          <a:prstGeom prst="rect">
            <a:avLst/>
          </a:prstGeom>
          <a:pattFill prst="ltDn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10550" y="5100637"/>
            <a:ext cx="1409700" cy="1114426"/>
          </a:xfrm>
          <a:prstGeom prst="rect">
            <a:avLst/>
          </a:prstGeom>
          <a:pattFill prst="ltHorz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90150" y="5100637"/>
            <a:ext cx="1409700" cy="1114426"/>
          </a:xfrm>
          <a:prstGeom prst="rect">
            <a:avLst/>
          </a:prstGeom>
          <a:pattFill prst="ltUp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2150" y="642937"/>
            <a:ext cx="1409700" cy="1114426"/>
          </a:xfrm>
          <a:prstGeom prst="rect">
            <a:avLst/>
          </a:prstGeom>
          <a:pattFill prst="ltVer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1750" y="642937"/>
            <a:ext cx="1409700" cy="1114426"/>
          </a:xfrm>
          <a:prstGeom prst="rect">
            <a:avLst/>
          </a:prstGeom>
          <a:pattFill prst="narHorz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51350" y="642937"/>
            <a:ext cx="1409700" cy="1114426"/>
          </a:xfrm>
          <a:prstGeom prst="rect">
            <a:avLst/>
          </a:prstGeom>
          <a:pattFill prst="narVer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0950" y="642937"/>
            <a:ext cx="1409700" cy="1114426"/>
          </a:xfrm>
          <a:prstGeom prst="rect">
            <a:avLst/>
          </a:prstGeom>
          <a:pattFill prst="openDmn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42937"/>
            <a:ext cx="1409700" cy="1114426"/>
          </a:xfrm>
          <a:prstGeom prst="rect">
            <a:avLst/>
          </a:prstGeom>
          <a:pattFill prst="pct1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90150" y="642937"/>
            <a:ext cx="1409700" cy="1114426"/>
          </a:xfrm>
          <a:prstGeom prst="rect">
            <a:avLst/>
          </a:prstGeom>
          <a:pattFill prst="pct2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2150" y="2128837"/>
            <a:ext cx="1409700" cy="1114426"/>
          </a:xfrm>
          <a:prstGeom prst="rect">
            <a:avLst/>
          </a:prstGeom>
          <a:pattFill prst="pct25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71750" y="2128837"/>
            <a:ext cx="1409700" cy="1114426"/>
          </a:xfrm>
          <a:prstGeom prst="rect">
            <a:avLst/>
          </a:prstGeom>
          <a:pattFill prst="pct3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1350" y="2128837"/>
            <a:ext cx="1409700" cy="1114426"/>
          </a:xfrm>
          <a:prstGeom prst="rect">
            <a:avLst/>
          </a:prstGeom>
          <a:pattFill prst="pct5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0950" y="2128837"/>
            <a:ext cx="1409700" cy="1114426"/>
          </a:xfrm>
          <a:prstGeom prst="rect">
            <a:avLst/>
          </a:prstGeom>
          <a:pattFill prst="pct5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0550" y="2128837"/>
            <a:ext cx="1409700" cy="1114426"/>
          </a:xfrm>
          <a:prstGeom prst="rect">
            <a:avLst/>
          </a:prstGeom>
          <a:pattFill prst="pct6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90150" y="2128837"/>
            <a:ext cx="1409700" cy="1114426"/>
          </a:xfrm>
          <a:prstGeom prst="rect">
            <a:avLst/>
          </a:prstGeom>
          <a:pattFill prst="pct7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150" y="3614737"/>
            <a:ext cx="1409700" cy="1114426"/>
          </a:xfrm>
          <a:prstGeom prst="rect">
            <a:avLst/>
          </a:prstGeom>
          <a:pattFill prst="pct75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71750" y="3614737"/>
            <a:ext cx="1409700" cy="1114426"/>
          </a:xfrm>
          <a:prstGeom prst="rect">
            <a:avLst/>
          </a:prstGeom>
          <a:pattFill prst="pct8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51350" y="3614737"/>
            <a:ext cx="1409700" cy="1114426"/>
          </a:xfrm>
          <a:prstGeom prst="rect">
            <a:avLst/>
          </a:prstGeom>
          <a:pattFill prst="pct90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0950" y="3614737"/>
            <a:ext cx="1409700" cy="1114426"/>
          </a:xfrm>
          <a:prstGeom prst="rect">
            <a:avLst/>
          </a:prstGeom>
          <a:pattFill prst="plai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0550" y="3614737"/>
            <a:ext cx="1409700" cy="1114426"/>
          </a:xfrm>
          <a:prstGeom prst="rect">
            <a:avLst/>
          </a:prstGeom>
          <a:pattFill prst="shingle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90150" y="3614737"/>
            <a:ext cx="1409700" cy="1114426"/>
          </a:xfrm>
          <a:prstGeom prst="rect">
            <a:avLst/>
          </a:prstGeom>
          <a:pattFill prst="smCheck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2150" y="5100637"/>
            <a:ext cx="1409700" cy="1114426"/>
          </a:xfrm>
          <a:prstGeom prst="rect">
            <a:avLst/>
          </a:prstGeom>
          <a:pattFill prst="smConfetti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1750" y="5100637"/>
            <a:ext cx="1409700" cy="1114426"/>
          </a:xfrm>
          <a:prstGeom prst="rect">
            <a:avLst/>
          </a:prstGeom>
          <a:pattFill prst="smGri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1350" y="5100637"/>
            <a:ext cx="1409700" cy="1114426"/>
          </a:xfrm>
          <a:prstGeom prst="rect">
            <a:avLst/>
          </a:prstGeom>
          <a:pattFill prst="solidDmnd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0950" y="5100637"/>
            <a:ext cx="1409700" cy="1114426"/>
          </a:xfrm>
          <a:prstGeom prst="rect">
            <a:avLst/>
          </a:prstGeom>
          <a:pattFill prst="sphere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10550" y="5100637"/>
            <a:ext cx="1409700" cy="1114426"/>
          </a:xfrm>
          <a:prstGeom prst="rect">
            <a:avLst/>
          </a:prstGeom>
          <a:pattFill prst="trellis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90150" y="5100637"/>
            <a:ext cx="1409700" cy="1114426"/>
          </a:xfrm>
          <a:prstGeom prst="rect">
            <a:avLst/>
          </a:prstGeom>
          <a:pattFill prst="up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92150" y="642937"/>
            <a:ext cx="1409700" cy="1114426"/>
          </a:xfrm>
          <a:prstGeom prst="rect">
            <a:avLst/>
          </a:prstGeom>
          <a:pattFill prst="vert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71750" y="642937"/>
            <a:ext cx="1409700" cy="1114426"/>
          </a:xfrm>
          <a:prstGeom prst="rect">
            <a:avLst/>
          </a:prstGeom>
          <a:pattFill prst="wave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51350" y="642937"/>
            <a:ext cx="1409700" cy="1114426"/>
          </a:xfrm>
          <a:prstGeom prst="rect">
            <a:avLst/>
          </a:prstGeom>
          <a:pattFill prst="weave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0950" y="642937"/>
            <a:ext cx="1409700" cy="1114426"/>
          </a:xfrm>
          <a:prstGeom prst="rect">
            <a:avLst/>
          </a:prstGeom>
          <a:pattFill prst="wdDn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10550" y="642937"/>
            <a:ext cx="1409700" cy="1114426"/>
          </a:xfrm>
          <a:prstGeom prst="rect">
            <a:avLst/>
          </a:prstGeom>
          <a:pattFill prst="wdUpDi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90150" y="642937"/>
            <a:ext cx="1409700" cy="1114426"/>
          </a:xfrm>
          <a:prstGeom prst="rect">
            <a:avLst/>
          </a:prstGeom>
          <a:pattFill prst="zigZag">
            <a:fgClr>
              <a:srgbClr val="1F4E79"/>
            </a:fgClr>
            <a:bgClr>
              <a:srgbClr val="FFF2CC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