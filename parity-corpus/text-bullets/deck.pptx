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2050" y="828675"/>
            <a:ext cx="4229100" cy="2228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/>
              <a:buChar char="§"/>
            </a:pPr>
            <a:r>
              <a:rPr sz="1400">
                <a:latin typeface="Calibri"/>
              </a:rPr>
              <a:t>Wingdings square bullet</a:t>
            </a:r>
          </a:p>
          <a:p>
            <a:pPr>
              <a:buFont typeface="Wingdings"/>
              <a:buChar char="§"/>
            </a:pPr>
            <a:r>
              <a:rPr sz="1400">
                <a:latin typeface="Calibri"/>
              </a:rPr>
              <a:t>Second bulleted line</a:t>
            </a:r>
          </a:p>
          <a:p>
            <a:pPr>
              <a:buFont typeface="Arial"/>
              <a:buChar char="-"/>
            </a:pPr>
            <a:r>
              <a:rPr sz="1400">
                <a:latin typeface="Calibri"/>
              </a:rPr>
              <a:t>Dash bullet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00850" y="828675"/>
            <a:ext cx="4229100" cy="2228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AutoNum type="arabicPeriod"/>
            </a:pPr>
            <a:r>
              <a:rPr sz="1400">
                <a:latin typeface="Calibri"/>
              </a:rPr>
              <a:t>arabicPeriod item 1</a:t>
            </a:r>
          </a:p>
          <a:p>
            <a:pPr>
              <a:buAutoNum type="arabicPeriod"/>
            </a:pPr>
            <a:r>
              <a:rPr sz="1400">
                <a:latin typeface="Calibri"/>
              </a:rPr>
              <a:t>arabicPeriod item 2</a:t>
            </a:r>
          </a:p>
          <a:p>
            <a:pPr>
              <a:buAutoNum type="romanUcPeriod"/>
            </a:pPr>
            <a:r>
              <a:rPr sz="1400">
                <a:latin typeface="Calibri"/>
              </a:rPr>
              <a:t>romanUcPeriod item 1</a:t>
            </a:r>
          </a:p>
          <a:p>
            <a:pPr>
              <a:buAutoNum type="romanUcPeriod"/>
            </a:pPr>
            <a:r>
              <a:rPr sz="1400">
                <a:latin typeface="Calibri"/>
              </a:rPr>
              <a:t>romanUcPeriod item 2</a:t>
            </a:r>
          </a:p>
          <a:p>
            <a:pPr>
              <a:buAutoNum type="alphaLcParenR"/>
            </a:pPr>
            <a:r>
              <a:rPr sz="1400">
                <a:latin typeface="Calibri"/>
              </a:rPr>
              <a:t>alphaLcParenR item 1</a:t>
            </a:r>
          </a:p>
          <a:p>
            <a:pPr>
              <a:buAutoNum type="alphaLcParenR"/>
            </a:pPr>
            <a:r>
              <a:rPr sz="1400">
                <a:latin typeface="Calibri"/>
              </a:rPr>
              <a:t>alphaLcParenR item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2050" y="3800475"/>
            <a:ext cx="4229100" cy="2228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  <a:buSzPct val="150000"/>
              <a:buFont typeface="Arial"/>
              <a:buChar char="●"/>
            </a:pPr>
            <a:r>
              <a:rPr sz="1400">
                <a:latin typeface="Calibri"/>
              </a:rPr>
              <a:t>Red oversized bullet</a:t>
            </a:r>
          </a:p>
          <a:p>
            <a:pPr>
              <a:buClr>
                <a:srgbClr val="C00000"/>
              </a:buClr>
              <a:buSzPct val="150000"/>
              <a:buFont typeface="Arial"/>
              <a:buChar char="●"/>
            </a:pPr>
            <a:r>
              <a:rPr sz="1400">
                <a:latin typeface="Calibri"/>
              </a:rPr>
              <a:t>Another red bullet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0850" y="3800475"/>
            <a:ext cx="4229100" cy="2228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/>
              <a:buChar char="•"/>
            </a:pPr>
            <a:r>
              <a:rPr sz="1400">
                <a:latin typeface="Calibri"/>
              </a:rPr>
              <a:t>Indent level 0</a:t>
            </a:r>
          </a:p>
          <a:p>
            <a:pPr lvl="1">
              <a:buFont typeface="Arial"/>
              <a:buChar char="•"/>
            </a:pPr>
            <a:r>
              <a:rPr sz="1400">
                <a:latin typeface="Calibri"/>
              </a:rPr>
              <a:t>Indent level 1</a:t>
            </a:r>
          </a:p>
          <a:p>
            <a:pPr lvl="2">
              <a:buFont typeface="Arial"/>
              <a:buChar char="•"/>
            </a:pPr>
            <a:r>
              <a:rPr sz="1400">
                <a:latin typeface="Calibri"/>
              </a:rPr>
              <a:t>Indent level 2</a:t>
            </a:r>
          </a:p>
          <a:p>
            <a:pPr lvl="3">
              <a:buFont typeface="Arial"/>
              <a:buChar char="•"/>
            </a:pPr>
            <a:r>
              <a:rPr sz="1400">
                <a:latin typeface="Calibri"/>
              </a:rPr>
              <a:t>Indent level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