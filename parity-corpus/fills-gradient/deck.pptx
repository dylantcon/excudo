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27100" y="828675"/>
            <a:ext cx="2819400" cy="222885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100000">
                <a:srgbClr val="1F4E79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86300" y="828675"/>
            <a:ext cx="2819400" cy="222885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100000">
                <a:srgbClr val="1F4E79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45500" y="828675"/>
            <a:ext cx="2819400" cy="222885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100000">
                <a:srgbClr val="1F4E79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7100" y="3800475"/>
            <a:ext cx="2819400" cy="222885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100000">
                <a:srgbClr val="1F4E7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6300" y="3800475"/>
            <a:ext cx="2819400" cy="222885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100000">
                <a:srgbClr val="1F4E79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27100" y="828675"/>
            <a:ext cx="2819400" cy="2228850"/>
          </a:xfrm>
          <a:prstGeom prst="rect">
            <a:avLst/>
          </a:prstGeom>
          <a:gradFill rotWithShape="1">
            <a:gsLst>
              <a:gs pos="0">
                <a:srgbClr val="C00000"/>
              </a:gs>
              <a:gs pos="50000">
                <a:srgbClr val="FFC000">
                  <a:alpha val="40000"/>
                </a:srgbClr>
              </a:gs>
              <a:gs pos="100000">
                <a:srgbClr val="1F4E79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86300" y="828675"/>
            <a:ext cx="2819400" cy="22288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2E74B5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45500" y="828675"/>
            <a:ext cx="2819400" cy="2228850"/>
          </a:xfrm>
          <a:prstGeom prst="rect">
            <a:avLst/>
          </a:prstGeom>
          <a:gradFill>
            <a:gsLst>
              <a:gs pos="0">
                <a:srgbClr val="FFD966"/>
              </a:gs>
              <a:gs pos="100000">
                <a:srgbClr val="843C0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7100" y="3800475"/>
            <a:ext cx="2819400" cy="2228850"/>
          </a:xfrm>
          <a:prstGeom prst="rect">
            <a:avLst/>
          </a:prstGeom>
          <a:gradFill>
            <a:gsLst>
              <a:gs pos="0">
                <a:srgbClr val="E2EFDA"/>
              </a:gs>
              <a:gs pos="100000">
                <a:srgbClr val="375623"/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6300" y="3800475"/>
            <a:ext cx="2819400" cy="2228850"/>
          </a:xfrm>
          <a:prstGeom prst="roundRect">
            <a:avLst/>
          </a:prstGeom>
          <a:gradFill>
            <a:gsLst>
              <a:gs pos="0">
                <a:srgbClr val="FBE5D6"/>
              </a:gs>
              <a:gs pos="100000">
                <a:srgbClr val="C55A11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45500" y="3800475"/>
            <a:ext cx="2819400" cy="2228850"/>
          </a:xfrm>
          <a:prstGeom prst="rect">
            <a:avLst/>
          </a:prstGeom>
          <a:gradFill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shade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