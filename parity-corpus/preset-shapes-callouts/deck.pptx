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oud Callout 1"/>
          <p:cNvSpPr/>
          <p:nvPr/>
        </p:nvSpPr>
        <p:spPr>
          <a:xfrm>
            <a:off x="692150" y="642937"/>
            <a:ext cx="1409700" cy="1114426"/>
          </a:xfrm>
          <a:prstGeom prst="cloud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wn Arrow Callout 2"/>
          <p:cNvSpPr/>
          <p:nvPr/>
        </p:nvSpPr>
        <p:spPr>
          <a:xfrm>
            <a:off x="2571750" y="642937"/>
            <a:ext cx="1409700" cy="1114426"/>
          </a:xfrm>
          <a:prstGeom prst="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eft Arrow Callout 3"/>
          <p:cNvSpPr/>
          <p:nvPr/>
        </p:nvSpPr>
        <p:spPr>
          <a:xfrm>
            <a:off x="4451350" y="642937"/>
            <a:ext cx="1409700" cy="1114426"/>
          </a:xfrm>
          <a:prstGeom prst="left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-Right Arrow Callout 4"/>
          <p:cNvSpPr/>
          <p:nvPr/>
        </p:nvSpPr>
        <p:spPr>
          <a:xfrm>
            <a:off x="6330950" y="642937"/>
            <a:ext cx="1409700" cy="1114426"/>
          </a:xfrm>
          <a:prstGeom prst="leftRight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ine Callout 1 5"/>
          <p:cNvSpPr/>
          <p:nvPr/>
        </p:nvSpPr>
        <p:spPr>
          <a:xfrm>
            <a:off x="8210550" y="642937"/>
            <a:ext cx="1409700" cy="1114426"/>
          </a:xfrm>
          <a:prstGeom prst="borderCallout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Callout 1 (Accent Bar) 6"/>
          <p:cNvSpPr/>
          <p:nvPr/>
        </p:nvSpPr>
        <p:spPr>
          <a:xfrm>
            <a:off x="10090150" y="642937"/>
            <a:ext cx="1409700" cy="1114426"/>
          </a:xfrm>
          <a:prstGeom prst="accentCallout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ine Callout 1 (Border and Accent Bar) 7"/>
          <p:cNvSpPr/>
          <p:nvPr/>
        </p:nvSpPr>
        <p:spPr>
          <a:xfrm>
            <a:off x="692150" y="2128837"/>
            <a:ext cx="1409700" cy="1114426"/>
          </a:xfrm>
          <a:prstGeom prst="accentBorderCallout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Callout 1 (No Border) 8"/>
          <p:cNvSpPr/>
          <p:nvPr/>
        </p:nvSpPr>
        <p:spPr>
          <a:xfrm>
            <a:off x="2571750" y="2128837"/>
            <a:ext cx="1409700" cy="1114426"/>
          </a:xfrm>
          <a:prstGeom prst="callout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 Callout 2 9"/>
          <p:cNvSpPr/>
          <p:nvPr/>
        </p:nvSpPr>
        <p:spPr>
          <a:xfrm>
            <a:off x="4451350" y="2128837"/>
            <a:ext cx="1409700" cy="1114426"/>
          </a:xfrm>
          <a:prstGeom prst="borderCallout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Callout 2 (Accent Bar) 10"/>
          <p:cNvSpPr/>
          <p:nvPr/>
        </p:nvSpPr>
        <p:spPr>
          <a:xfrm>
            <a:off x="6330950" y="2128837"/>
            <a:ext cx="1409700" cy="1114426"/>
          </a:xfrm>
          <a:prstGeom prst="accentCallout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ine Callout 2 (Border and Accent Bar) 11"/>
          <p:cNvSpPr/>
          <p:nvPr/>
        </p:nvSpPr>
        <p:spPr>
          <a:xfrm>
            <a:off x="8210550" y="2128837"/>
            <a:ext cx="1409700" cy="1114426"/>
          </a:xfrm>
          <a:prstGeom prst="accentBorderCallout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ne Callout 2 (No Border) 12"/>
          <p:cNvSpPr/>
          <p:nvPr/>
        </p:nvSpPr>
        <p:spPr>
          <a:xfrm>
            <a:off x="10090150" y="2128837"/>
            <a:ext cx="1409700" cy="1114426"/>
          </a:xfrm>
          <a:prstGeom prst="callout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ine Callout 3 13"/>
          <p:cNvSpPr/>
          <p:nvPr/>
        </p:nvSpPr>
        <p:spPr>
          <a:xfrm>
            <a:off x="692150" y="3614737"/>
            <a:ext cx="1409700" cy="1114426"/>
          </a:xfrm>
          <a:prstGeom prst="border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ine Callout 3 (Accent Bar) 14"/>
          <p:cNvSpPr/>
          <p:nvPr/>
        </p:nvSpPr>
        <p:spPr>
          <a:xfrm>
            <a:off x="2571750" y="3614737"/>
            <a:ext cx="1409700" cy="1114426"/>
          </a:xfrm>
          <a:prstGeom prst="accent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ne Callout 3 (Border and Accent Bar) 15"/>
          <p:cNvSpPr/>
          <p:nvPr/>
        </p:nvSpPr>
        <p:spPr>
          <a:xfrm>
            <a:off x="4451350" y="3614737"/>
            <a:ext cx="1409700" cy="1114426"/>
          </a:xfrm>
          <a:prstGeom prst="accentBorder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ine Callout 3 (No Border) 16"/>
          <p:cNvSpPr/>
          <p:nvPr/>
        </p:nvSpPr>
        <p:spPr>
          <a:xfrm>
            <a:off x="6330950" y="3614737"/>
            <a:ext cx="1409700" cy="1114426"/>
          </a:xfrm>
          <a:prstGeom prst="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ine Callout 3 17"/>
          <p:cNvSpPr/>
          <p:nvPr/>
        </p:nvSpPr>
        <p:spPr>
          <a:xfrm>
            <a:off x="8210550" y="3614737"/>
            <a:ext cx="1409700" cy="1114426"/>
          </a:xfrm>
          <a:prstGeom prst="border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ne Callout 3 (Accent Bar) 18"/>
          <p:cNvSpPr/>
          <p:nvPr/>
        </p:nvSpPr>
        <p:spPr>
          <a:xfrm>
            <a:off x="10090150" y="3614737"/>
            <a:ext cx="1409700" cy="1114426"/>
          </a:xfrm>
          <a:prstGeom prst="accent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ine Callout 3 (Border and Accent Bar) 19"/>
          <p:cNvSpPr/>
          <p:nvPr/>
        </p:nvSpPr>
        <p:spPr>
          <a:xfrm>
            <a:off x="692150" y="5100637"/>
            <a:ext cx="1409700" cy="1114426"/>
          </a:xfrm>
          <a:prstGeom prst="accentBorder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ine Callout 3 (No Border) 20"/>
          <p:cNvSpPr/>
          <p:nvPr/>
        </p:nvSpPr>
        <p:spPr>
          <a:xfrm>
            <a:off x="2571750" y="5100637"/>
            <a:ext cx="1409700" cy="1114426"/>
          </a:xfrm>
          <a:prstGeom prst="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Callout 21"/>
          <p:cNvSpPr/>
          <p:nvPr/>
        </p:nvSpPr>
        <p:spPr>
          <a:xfrm>
            <a:off x="4451350" y="5100637"/>
            <a:ext cx="1409700" cy="1114426"/>
          </a:xfrm>
          <a:prstGeom prst="wedgeEllipse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Quad Arrow Callout 22"/>
          <p:cNvSpPr/>
          <p:nvPr/>
        </p:nvSpPr>
        <p:spPr>
          <a:xfrm>
            <a:off x="6330950" y="5100637"/>
            <a:ext cx="1409700" cy="1114426"/>
          </a:xfrm>
          <a:prstGeom prst="quad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ular Callout 23"/>
          <p:cNvSpPr/>
          <p:nvPr/>
        </p:nvSpPr>
        <p:spPr>
          <a:xfrm>
            <a:off x="8210550" y="5100637"/>
            <a:ext cx="1409700" cy="1114426"/>
          </a:xfrm>
          <a:prstGeom prst="wedge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Callout 24"/>
          <p:cNvSpPr/>
          <p:nvPr/>
        </p:nvSpPr>
        <p:spPr>
          <a:xfrm>
            <a:off x="10090150" y="5100637"/>
            <a:ext cx="1409700" cy="1114426"/>
          </a:xfrm>
          <a:prstGeom prst="right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ular Callout 1"/>
          <p:cNvSpPr/>
          <p:nvPr/>
        </p:nvSpPr>
        <p:spPr>
          <a:xfrm>
            <a:off x="692150" y="642937"/>
            <a:ext cx="1409700" cy="1114426"/>
          </a:xfrm>
          <a:prstGeom prst="wedgeRound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Up Arrow Callout 2"/>
          <p:cNvSpPr/>
          <p:nvPr/>
        </p:nvSpPr>
        <p:spPr>
          <a:xfrm>
            <a:off x="2571750" y="642937"/>
            <a:ext cx="1409700" cy="1114426"/>
          </a:xfrm>
          <a:prstGeom prst="up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-Down Arrow Callout 3"/>
          <p:cNvSpPr/>
          <p:nvPr/>
        </p:nvSpPr>
        <p:spPr>
          <a:xfrm>
            <a:off x="4451350" y="642937"/>
            <a:ext cx="1409700" cy="1114426"/>
          </a:xfrm>
          <a:prstGeom prst="up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