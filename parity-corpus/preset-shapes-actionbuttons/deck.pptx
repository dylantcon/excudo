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 Button: Back or Previous 1"/>
          <p:cNvSpPr/>
          <p:nvPr/>
        </p:nvSpPr>
        <p:spPr>
          <a:xfrm>
            <a:off x="692150" y="642937"/>
            <a:ext cx="1409700" cy="1114426"/>
          </a:xfrm>
          <a:prstGeom prst="actionButtonBackPrevio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tion Button: Beginning 2"/>
          <p:cNvSpPr/>
          <p:nvPr/>
        </p:nvSpPr>
        <p:spPr>
          <a:xfrm>
            <a:off x="2571750" y="642937"/>
            <a:ext cx="1409700" cy="1114426"/>
          </a:xfrm>
          <a:prstGeom prst="actionButtonBeginning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tion Button: Custom 3"/>
          <p:cNvSpPr/>
          <p:nvPr/>
        </p:nvSpPr>
        <p:spPr>
          <a:xfrm>
            <a:off x="4451350" y="642937"/>
            <a:ext cx="1409700" cy="1114426"/>
          </a:xfrm>
          <a:prstGeom prst="actionButtonBlan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tion Button: Document 4"/>
          <p:cNvSpPr/>
          <p:nvPr/>
        </p:nvSpPr>
        <p:spPr>
          <a:xfrm>
            <a:off x="6330950" y="642937"/>
            <a:ext cx="1409700" cy="1114426"/>
          </a:xfrm>
          <a:prstGeom prst="actionButton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Button: End 5"/>
          <p:cNvSpPr/>
          <p:nvPr/>
        </p:nvSpPr>
        <p:spPr>
          <a:xfrm>
            <a:off x="8210550" y="642937"/>
            <a:ext cx="1409700" cy="1114426"/>
          </a:xfrm>
          <a:prstGeom prst="actionButtonE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tion Button: Forward or Next 6"/>
          <p:cNvSpPr/>
          <p:nvPr/>
        </p:nvSpPr>
        <p:spPr>
          <a:xfrm>
            <a:off x="10090150" y="642937"/>
            <a:ext cx="1409700" cy="1114426"/>
          </a:xfrm>
          <a:prstGeom prst="actionButtonForwardNex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tion Button: Help 7"/>
          <p:cNvSpPr/>
          <p:nvPr/>
        </p:nvSpPr>
        <p:spPr>
          <a:xfrm>
            <a:off x="692150" y="2128837"/>
            <a:ext cx="1409700" cy="1114426"/>
          </a:xfrm>
          <a:prstGeom prst="actionButtonHelp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ction Button: Home 8"/>
          <p:cNvSpPr/>
          <p:nvPr/>
        </p:nvSpPr>
        <p:spPr>
          <a:xfrm>
            <a:off x="2571750" y="2128837"/>
            <a:ext cx="1409700" cy="1114426"/>
          </a:xfrm>
          <a:prstGeom prst="actionButtonHo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ction Button: Information 9"/>
          <p:cNvSpPr/>
          <p:nvPr/>
        </p:nvSpPr>
        <p:spPr>
          <a:xfrm>
            <a:off x="4451350" y="2128837"/>
            <a:ext cx="1409700" cy="1114426"/>
          </a:xfrm>
          <a:prstGeom prst="actionButtonInformat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tion Button: Movie 10"/>
          <p:cNvSpPr/>
          <p:nvPr/>
        </p:nvSpPr>
        <p:spPr>
          <a:xfrm>
            <a:off x="6330950" y="2128837"/>
            <a:ext cx="1409700" cy="1114426"/>
          </a:xfrm>
          <a:prstGeom prst="actionButtonMovi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ction Button: Return 11"/>
          <p:cNvSpPr/>
          <p:nvPr/>
        </p:nvSpPr>
        <p:spPr>
          <a:xfrm>
            <a:off x="8210550" y="2128837"/>
            <a:ext cx="1409700" cy="1114426"/>
          </a:xfrm>
          <a:prstGeom prst="actionButtonRetur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ction Button: Sound 12"/>
          <p:cNvSpPr/>
          <p:nvPr/>
        </p:nvSpPr>
        <p:spPr>
          <a:xfrm>
            <a:off x="10090150" y="2128837"/>
            <a:ext cx="1409700" cy="1114426"/>
          </a:xfrm>
          <a:prstGeom prst="actionButtonSou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