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2050" y="828675"/>
            <a:ext cx="4229100" cy="222885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00850" y="828675"/>
            <a:ext cx="4229100" cy="2228850"/>
          </a:xfrm>
          <a:prstGeom prst="rect">
            <a:avLst/>
          </a:prstGeom>
          <a:blipFill>
            <a:blip r:embed="rId2"/>
            <a:tile tx="0" ty="0" sx="50000" sy="5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2050" y="3800475"/>
            <a:ext cx="4229100" cy="2228850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00850" y="3800475"/>
            <a:ext cx="4229100" cy="2228850"/>
          </a:xfrm>
          <a:prstGeom prst="roundRect">
            <a:avLst/>
          </a:prstGeom>
          <a:blipFill>
            <a:blip r:embed="rId2"/>
            <a:tile tx="0" ty="0" sx="50000" sy="5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