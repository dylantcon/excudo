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7100" y="82867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686300" y="82867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445500" y="82867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27100" y="157162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86300" y="157162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45500" y="157162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27100" y="231457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86300" y="2314575"/>
            <a:ext cx="2819400" cy="0"/>
          </a:xfrm>
          <a:prstGeom prst="line">
            <a:avLst/>
          </a:prstGeom>
          <a:ln w="12700">
            <a:solidFill>
              <a:srgbClr val="1F4E7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45500" y="231457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7100" y="305752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86300" y="305752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45500" y="305752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7100" y="380047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86300" y="380047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45500" y="380047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7100" y="4543425"/>
            <a:ext cx="2819400" cy="0"/>
          </a:xfrm>
          <a:prstGeom prst="line">
            <a:avLst/>
          </a:prstGeom>
          <a:ln w="38100">
            <a:solidFill>
              <a:srgbClr val="1F4E7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86300" y="454342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45500" y="454342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7100" y="528637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86300" y="528637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45500" y="528637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7100" y="602932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86300" y="602932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45500" y="6029325"/>
            <a:ext cx="2819400" cy="0"/>
          </a:xfrm>
          <a:prstGeom prst="line">
            <a:avLst/>
          </a:prstGeom>
          <a:ln w="76200">
            <a:solidFill>
              <a:srgbClr val="1F4E7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9625" y="1943100"/>
            <a:ext cx="2114550" cy="0"/>
          </a:xfrm>
          <a:prstGeom prst="line">
            <a:avLst/>
          </a:prstGeom>
          <a:ln w="177800" cap="rnd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629025" y="1943100"/>
            <a:ext cx="2114550" cy="0"/>
          </a:xfrm>
          <a:prstGeom prst="line">
            <a:avLst/>
          </a:prstGeom>
          <a:ln w="177800" cap="sq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48425" y="1943100"/>
            <a:ext cx="2114550" cy="0"/>
          </a:xfrm>
          <a:prstGeom prst="line">
            <a:avLst/>
          </a:prstGeom>
          <a:ln w="177800" cap="flat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9267825" y="828675"/>
            <a:ext cx="2114550" cy="2228850"/>
          </a:xfrm>
          <a:prstGeom prst="triangle">
            <a:avLst/>
          </a:prstGeom>
          <a:noFill/>
          <a:ln w="127000">
            <a:solidFill>
              <a:srgbClr val="2E74B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809625" y="3800475"/>
            <a:ext cx="2114550" cy="2228850"/>
          </a:xfrm>
          <a:prstGeom prst="triangle">
            <a:avLst/>
          </a:prstGeom>
          <a:noFill/>
          <a:ln w="127000">
            <a:solidFill>
              <a:srgbClr val="2E74B5"/>
            </a:solidFill>
            <a:beve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3629025" y="3800475"/>
            <a:ext cx="2114550" cy="2228850"/>
          </a:xfrm>
          <a:prstGeom prst="triangle">
            <a:avLst/>
          </a:prstGeom>
          <a:noFill/>
          <a:ln w="127000">
            <a:solidFill>
              <a:srgbClr val="2E74B5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8425" y="3800475"/>
            <a:ext cx="2114550" cy="2228850"/>
          </a:xfrm>
          <a:prstGeom prst="rect">
            <a:avLst/>
          </a:prstGeom>
          <a:noFill/>
          <a:ln w="101600" cmpd="dbl">
            <a:solidFill>
              <a:srgbClr val="53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67825" y="3800475"/>
            <a:ext cx="2114550" cy="2228850"/>
          </a:xfrm>
          <a:prstGeom prst="rect">
            <a:avLst/>
          </a:prstGeom>
          <a:noFill/>
          <a:ln w="101600" cmpd="thickThin">
            <a:solidFill>
              <a:srgbClr val="53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