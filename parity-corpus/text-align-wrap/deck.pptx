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2050" y="642937"/>
            <a:ext cx="4229100" cy="1114426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latin typeface="Calibri"/>
              </a:rPr>
              <a:t>The quick brown fox jumps over the lazy dog while seventy-seven wizards briskly mix quartz vials of juniper extract.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00850" y="642937"/>
            <a:ext cx="4229100" cy="1114426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400">
                <a:latin typeface="Calibri"/>
              </a:rPr>
              <a:t>The quick brown fox jumps over the lazy dog while seventy-seven wizards briskly mix quartz vials of juniper extract.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2050" y="2128837"/>
            <a:ext cx="4229100" cy="1114426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  <p:txBody>
          <a:bodyPr wrap="square">
            <a:spAutoFit/>
          </a:bodyPr>
          <a:lstStyle/>
          <a:p>
            <a:pPr algn="r"/>
            <a:r>
              <a:rPr sz="1400">
                <a:latin typeface="Calibri"/>
              </a:rPr>
              <a:t>The quick brown fox jumps over the lazy dog while seventy-seven wizards briskly mix quartz vials of juniper extract.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00850" y="2128837"/>
            <a:ext cx="4229100" cy="1114426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sz="1400">
                <a:latin typeface="Calibri"/>
              </a:rPr>
              <a:t>The quick brown fox jumps over the lazy dog while seventy-seven wizards briskly mix quartz vials of juniper extract.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2050" y="3614737"/>
            <a:ext cx="4229100" cy="1114426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  <p:txBody>
          <a:bodyPr wrap="square" anchor="t">
            <a:spAutoFit/>
          </a:bodyPr>
          <a:lstStyle/>
          <a:p>
            <a:r>
              <a:rPr sz="1100">
                <a:latin typeface="Calibri"/>
              </a:rPr>
              <a:t>The quick brown fox jumps over the lazy dog while seventy-seven wizards briskly mix quartz vials of juniper extract.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00850" y="3614737"/>
            <a:ext cx="4229100" cy="1114426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  <p:txBody>
          <a:bodyPr wrap="square" anchor="ctr">
            <a:spAutoFit/>
          </a:bodyPr>
          <a:lstStyle/>
          <a:p>
            <a:r>
              <a:rPr sz="1100">
                <a:latin typeface="Calibri"/>
              </a:rPr>
              <a:t>The quick brown fox jumps over the lazy dog while seventy-seven wizards briskly mix quartz vials of juniper extract.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5100637"/>
            <a:ext cx="4229100" cy="1114426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  <p:txBody>
          <a:bodyPr wrap="square" anchor="b">
            <a:spAutoFit/>
          </a:bodyPr>
          <a:lstStyle/>
          <a:p>
            <a:r>
              <a:rPr sz="1100">
                <a:latin typeface="Calibri"/>
              </a:rPr>
              <a:t>The quick brown fox jumps over the lazy dog while seventy-seven wizards briskly mix quartz vials of juniper extract.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00850" y="5100637"/>
            <a:ext cx="4229100" cy="1114426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  <p:txBody>
          <a:bodyPr wrap="square">
            <a:spAutoFit/>
          </a:bodyPr>
          <a:lstStyle/>
          <a:p>
            <a:r>
              <a:rPr sz="2400">
                <a:latin typeface="Calibri"/>
              </a:rPr>
              <a:t>The quick brown fox jumps over the lazy dog while seventy-seven wizards briskly mix quartz vials of juniper extract. The quick brown fox jumps over the lazy dog while seventy-seven wizards briskly mix quartz vials of juniper extract.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2050" y="828675"/>
            <a:ext cx="4229100" cy="2228850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  <p:txBody>
          <a:bodyPr wrap="none">
            <a:spAutoFit/>
          </a:bodyPr>
          <a:lstStyle/>
          <a:p>
            <a:r>
              <a:rPr sz="1400">
                <a:latin typeface="Calibri"/>
              </a:rPr>
              <a:t>No wrap: The quick brown fox jumps over the lazy dog while seventy-seven wizards briskly mix quartz vials of juniper extract.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00850" y="828675"/>
            <a:ext cx="4229100" cy="2228850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  <p:txBody>
          <a:bodyPr wrap="square">
            <a:spAutoFit/>
          </a:bodyPr>
          <a:lstStyle/>
          <a:p>
            <a:r>
              <a:rPr sz="1400">
                <a:latin typeface="Calibri"/>
              </a:rPr>
              <a:t>Word wrap on.
The quick brown fox jumps over the lazy dog while seventy-seven wizards briskly mix quartz vials of juniper extract.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2050" y="3800475"/>
            <a:ext cx="4229100" cy="2228850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  <p:txBody>
          <a:bodyPr wrap="square">
            <a:spAutoFit/>
          </a:bodyPr>
          <a:lstStyle/>
          <a:p>
            <a:r>
              <a:rPr sz="1400">
                <a:latin typeface="Calibri"/>
              </a:rPr>
              <a:t>Boundary word test:</a:t>
            </a:r>
          </a:p>
          <a:p>
            <a:r>
              <a:rPr sz="1600">
                <a:latin typeface="Calibri"/>
              </a:rPr>
              <a:t>Antidisestablishmentarianism supercalifragilisticexpialidocious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00850" y="3800475"/>
            <a:ext cx="4229100" cy="2228850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sz="1800">
                <a:latin typeface="Calibri"/>
              </a:rPr>
              <a:t>The quick brown fox jumps over the lazy dog while seventy-seven wizards briskly mix quartz vials of juniper extract.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