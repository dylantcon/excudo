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</c:v>
                </c:pt>
                <c:pt idx="1">
                  <c:v>88</c:v>
                </c:pt>
                <c:pt idx="2">
                  <c:v>132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121</c:v>
                </c:pt>
                <c:pt idx="1">
                  <c:v>95</c:v>
                </c:pt>
                <c:pt idx="2">
                  <c:v>128</c:v>
                </c:pt>
                <c:pt idx="3">
                  <c:v>83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162050" y="1200150"/>
          <a:ext cx="4229100" cy="44577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00850" y="1200150"/>
          <a:ext cx="4229100" cy="44577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