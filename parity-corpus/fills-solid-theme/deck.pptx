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2150" y="605790"/>
            <a:ext cx="1409700" cy="8915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71750" y="605790"/>
            <a:ext cx="1409700" cy="89154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51350" y="605790"/>
            <a:ext cx="1409700" cy="8915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0950" y="605790"/>
            <a:ext cx="1409700" cy="89154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0550" y="605790"/>
            <a:ext cx="1409700" cy="8915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90150" y="605790"/>
            <a:ext cx="1409700" cy="8915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2150" y="1794510"/>
            <a:ext cx="1409700" cy="8915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1750" y="1794510"/>
            <a:ext cx="1409700" cy="8915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1350" y="1794510"/>
            <a:ext cx="1409700" cy="8915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0950" y="1794510"/>
            <a:ext cx="1409700" cy="89154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0550" y="1794510"/>
            <a:ext cx="1409700" cy="8915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0150" y="1794510"/>
            <a:ext cx="1409700" cy="8915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150" y="2983230"/>
            <a:ext cx="1409700" cy="8915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1750" y="2983230"/>
            <a:ext cx="1409700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1350" y="2983230"/>
            <a:ext cx="1409700" cy="8915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0950" y="2983230"/>
            <a:ext cx="1409700" cy="8915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0550" y="2983230"/>
            <a:ext cx="1409700" cy="891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90150" y="2983230"/>
            <a:ext cx="1409700" cy="8915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2150" y="4171950"/>
            <a:ext cx="1409700" cy="891540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1750" y="4171950"/>
            <a:ext cx="1409700" cy="89154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1350" y="4171950"/>
            <a:ext cx="1409700" cy="89154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0950" y="4171950"/>
            <a:ext cx="1409700" cy="891540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10550" y="4171950"/>
            <a:ext cx="1409700" cy="891540"/>
          </a:xfrm>
          <a:prstGeom prst="rect">
            <a:avLst/>
          </a:prstGeom>
          <a:solidFill>
            <a:schemeClr val="accent5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90150" y="4171950"/>
            <a:ext cx="1409700" cy="891540"/>
          </a:xfrm>
          <a:prstGeom prst="rect">
            <a:avLst/>
          </a:prstGeom>
          <a:solidFill>
            <a:schemeClr val="accent6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150" y="5360670"/>
            <a:ext cx="1409700" cy="891540"/>
          </a:xfrm>
          <a:prstGeom prst="rect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71750" y="5360670"/>
            <a:ext cx="1409700" cy="89154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1350" y="5360670"/>
            <a:ext cx="1409700" cy="89154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0950" y="5360670"/>
            <a:ext cx="1409700" cy="89154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10550" y="5360670"/>
            <a:ext cx="1409700" cy="891540"/>
          </a:xfrm>
          <a:prstGeom prst="rect">
            <a:avLst/>
          </a:pr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90150" y="5360670"/>
            <a:ext cx="1409700" cy="891540"/>
          </a:xfrm>
          <a:prstGeom prst="rect">
            <a:avLst/>
          </a:prstGeom>
          <a:solidFill>
            <a:schemeClr val="accent6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2150" y="642937"/>
            <a:ext cx="1409700" cy="1114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71750" y="642937"/>
            <a:ext cx="1409700" cy="11144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51350" y="642937"/>
            <a:ext cx="1409700" cy="11144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0950" y="642937"/>
            <a:ext cx="1409700" cy="11144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0550" y="642937"/>
            <a:ext cx="1409700" cy="1114426"/>
          </a:xfrm>
          <a:prstGeom prst="rect">
            <a:avLst/>
          </a:prstGeom>
          <a:solidFill>
            <a:schemeClr val="accent1">
              <a:shade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90150" y="642937"/>
            <a:ext cx="1409700" cy="1114426"/>
          </a:xfrm>
          <a:prstGeom prst="rect">
            <a:avLst/>
          </a:prstGeom>
          <a:solidFill>
            <a:schemeClr val="accent1">
              <a:tint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2150" y="2128837"/>
            <a:ext cx="1409700" cy="1114426"/>
          </a:xfrm>
          <a:prstGeom prst="rect">
            <a:avLst/>
          </a:prstGeom>
          <a:solidFill>
            <a:schemeClr val="accent1">
              <a:satMod val="20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1750" y="2128837"/>
            <a:ext cx="1409700" cy="1114426"/>
          </a:xfrm>
          <a:prstGeom prst="rect">
            <a:avLst/>
          </a:prstGeom>
          <a:solidFill>
            <a:schemeClr val="accent1">
              <a:sat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1350" y="2128837"/>
            <a:ext cx="1409700" cy="111442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0950" y="2128837"/>
            <a:ext cx="1409700" cy="111442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0550" y="2128837"/>
            <a:ext cx="1409700" cy="1114426"/>
          </a:xfrm>
          <a:prstGeom prst="rect">
            <a:avLst/>
          </a:prstGeom>
          <a:solidFill>
            <a:schemeClr val="accent1">
              <a:shade val="75000"/>
              <a:satMod val="1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0150" y="2128837"/>
            <a:ext cx="1409700" cy="1114426"/>
          </a:xfrm>
          <a:prstGeom prst="rect">
            <a:avLst/>
          </a:prstGeom>
          <a:solidFill>
            <a:schemeClr val="accent1">
              <a:tint val="75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150" y="3614737"/>
            <a:ext cx="1409700" cy="11144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1750" y="3614737"/>
            <a:ext cx="1409700" cy="111442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1350" y="3614737"/>
            <a:ext cx="1409700" cy="11144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0950" y="3614737"/>
            <a:ext cx="1409700" cy="11144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0550" y="3614737"/>
            <a:ext cx="1409700" cy="1114426"/>
          </a:xfrm>
          <a:prstGeom prst="rect">
            <a:avLst/>
          </a:prstGeom>
          <a:solidFill>
            <a:schemeClr val="accent2">
              <a:shade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90150" y="3614737"/>
            <a:ext cx="1409700" cy="1114426"/>
          </a:xfrm>
          <a:prstGeom prst="rect">
            <a:avLst/>
          </a:prstGeom>
          <a:solidFill>
            <a:schemeClr val="accent2">
              <a:tint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2150" y="5100637"/>
            <a:ext cx="1409700" cy="1114426"/>
          </a:xfrm>
          <a:prstGeom prst="rect">
            <a:avLst/>
          </a:prstGeom>
          <a:solidFill>
            <a:schemeClr val="accent2">
              <a:satMod val="20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1750" y="5100637"/>
            <a:ext cx="1409700" cy="1114426"/>
          </a:xfrm>
          <a:prstGeom prst="rect">
            <a:avLst/>
          </a:prstGeom>
          <a:solidFill>
            <a:schemeClr val="accent2">
              <a:sat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1350" y="5100637"/>
            <a:ext cx="1409700" cy="11144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0950" y="5100637"/>
            <a:ext cx="1409700" cy="1114426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10550" y="5100637"/>
            <a:ext cx="1409700" cy="1114426"/>
          </a:xfrm>
          <a:prstGeom prst="rect">
            <a:avLst/>
          </a:prstGeom>
          <a:solidFill>
            <a:schemeClr val="accent2">
              <a:shade val="75000"/>
              <a:satMod val="1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90150" y="5100637"/>
            <a:ext cx="1409700" cy="1114426"/>
          </a:xfrm>
          <a:prstGeom prst="rect">
            <a:avLst/>
          </a:prstGeom>
          <a:solidFill>
            <a:schemeClr val="accent2">
              <a:tint val="75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