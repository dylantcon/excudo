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2050" y="8286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normAutofit fontScale="62500"/>
          </a:bodyPr>
          <a:lstStyle/>
          <a:p>
            <a:r>
              <a:rPr sz="2000">
                <a:latin typeface="Calibri"/>
              </a:rPr>
              <a:t>Shrink-to-fit text keeps reducing the font scale until the whole paragraph fits inside its box. Shrink-to-fit text keeps reducing the font scale until the whole paragraph fits inside its box. Shrink-to-fit text keeps reducing the font scale until the whole paragraph fits inside its box. Shrink-to-fit text keeps reducing the font scale until the whole paragraph fits inside its box.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850" y="8286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normAutofit fontScale="40000" lnSpcReduction="20000"/>
          </a:bodyPr>
          <a:lstStyle/>
          <a:p>
            <a:r>
              <a:rPr sz="2000">
                <a:latin typeface="Calibri"/>
              </a:rPr>
              <a:t>Shrink-to-fit text keeps reducing the font scale until the whole paragraph fits inside its box. Shrink-to-fit text keeps reducing the font scale until the whole paragraph fits inside its box. Shrink-to-fit text keeps reducing the font scale until the whole paragraph fits inside its box. Shrink-to-fit text keeps reducing the font scale until the whole paragraph fits inside its box.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050" y="38004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normAutofit fontScale="100000"/>
          </a:bodyPr>
          <a:lstStyle/>
          <a:p>
            <a:r>
              <a:rPr sz="1600">
                <a:latin typeface="Calibri"/>
              </a:rPr>
              <a:t>Fits fine, scale 100%.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850" y="3800475"/>
            <a:ext cx="4229100" cy="222885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wrap="square">
            <a:spAutoFit/>
          </a:bodyPr>
          <a:lstStyle/>
          <a:p>
            <a:r>
              <a:rPr sz="2000">
                <a:latin typeface="Calibri"/>
              </a:rPr>
              <a:t>Shrink-to-fit text keeps reducing the font scale until the whole paragraph fits inside its box. Shrink-to-fit text keeps reducing the font scale until the whole paragraph fits inside its box. Shrink-to-fit text keeps reducing the font scale until the whole paragraph fits inside its box. Shrink-to-fit text keeps reducing the font scale until the whole paragraph fits inside its box.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