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11277600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891540">
                <a:tc gridSpan="5"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Merged header row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891540">
                <a:tc rowSpan="4"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r1c4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8915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r2c1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2x2 block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r2c4</a:t>
                      </a:r>
                    </a:p>
                  </a:txBody>
                  <a:tcPr/>
                </a:tc>
              </a:tr>
              <a:tr h="8915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r3c1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r3c4</a:t>
                      </a:r>
                    </a:p>
                  </a:txBody>
                  <a:tcPr/>
                </a:tc>
              </a:tr>
              <a:tr h="8915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r4c4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