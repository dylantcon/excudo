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t Arrow 1"/>
          <p:cNvSpPr/>
          <p:nvPr/>
        </p:nvSpPr>
        <p:spPr>
          <a:xfrm>
            <a:off x="692150" y="642937"/>
            <a:ext cx="1409700" cy="1114426"/>
          </a:xfrm>
          <a:prstGeom prst="ben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t-Up Arrow 2"/>
          <p:cNvSpPr/>
          <p:nvPr/>
        </p:nvSpPr>
        <p:spPr>
          <a:xfrm>
            <a:off x="2571750" y="642937"/>
            <a:ext cx="1409700" cy="1114426"/>
          </a:xfrm>
          <a:prstGeom prst="ben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ircular Arrow 3"/>
          <p:cNvSpPr/>
          <p:nvPr/>
        </p:nvSpPr>
        <p:spPr>
          <a:xfrm>
            <a:off x="4451350" y="642937"/>
            <a:ext cx="1409700" cy="1114426"/>
          </a:xfrm>
          <a:prstGeom prst="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urved Down Arrow 4"/>
          <p:cNvSpPr/>
          <p:nvPr/>
        </p:nvSpPr>
        <p:spPr>
          <a:xfrm>
            <a:off x="6330950" y="642937"/>
            <a:ext cx="1409700" cy="1114426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urved Left Arrow 5"/>
          <p:cNvSpPr/>
          <p:nvPr/>
        </p:nvSpPr>
        <p:spPr>
          <a:xfrm>
            <a:off x="8210550" y="642937"/>
            <a:ext cx="1409700" cy="1114426"/>
          </a:xfrm>
          <a:prstGeom prst="curved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urved Right Arrow 6"/>
          <p:cNvSpPr/>
          <p:nvPr/>
        </p:nvSpPr>
        <p:spPr>
          <a:xfrm>
            <a:off x="10090150" y="642937"/>
            <a:ext cx="1409700" cy="1114426"/>
          </a:xfrm>
          <a:prstGeom prst="curv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urved Up Arrow 7"/>
          <p:cNvSpPr/>
          <p:nvPr/>
        </p:nvSpPr>
        <p:spPr>
          <a:xfrm>
            <a:off x="692150" y="2128837"/>
            <a:ext cx="1409700" cy="1114426"/>
          </a:xfrm>
          <a:prstGeom prst="curved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2571750" y="2128837"/>
            <a:ext cx="1409700" cy="111442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ft Arrow 9"/>
          <p:cNvSpPr/>
          <p:nvPr/>
        </p:nvSpPr>
        <p:spPr>
          <a:xfrm>
            <a:off x="4451350" y="2128837"/>
            <a:ext cx="1409700" cy="1114426"/>
          </a:xfrm>
          <a:prstGeom prst="lef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ft Circular Arrow 10"/>
          <p:cNvSpPr/>
          <p:nvPr/>
        </p:nvSpPr>
        <p:spPr>
          <a:xfrm>
            <a:off x="6330950" y="2128837"/>
            <a:ext cx="1409700" cy="1114426"/>
          </a:xfrm>
          <a:prstGeom prst="left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eft-Right Arrow 11"/>
          <p:cNvSpPr/>
          <p:nvPr/>
        </p:nvSpPr>
        <p:spPr>
          <a:xfrm>
            <a:off x="8210550" y="2128837"/>
            <a:ext cx="1409700" cy="1114426"/>
          </a:xfrm>
          <a:prstGeom prst="left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ft Right Circular Arrow 12"/>
          <p:cNvSpPr/>
          <p:nvPr/>
        </p:nvSpPr>
        <p:spPr>
          <a:xfrm>
            <a:off x="10090150" y="2128837"/>
            <a:ext cx="1409700" cy="1114426"/>
          </a:xfrm>
          <a:prstGeom prst="leftRightCircular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Left-Right-Up Arrow 13"/>
          <p:cNvSpPr/>
          <p:nvPr/>
        </p:nvSpPr>
        <p:spPr>
          <a:xfrm>
            <a:off x="692150" y="3614737"/>
            <a:ext cx="1409700" cy="1114426"/>
          </a:xfrm>
          <a:prstGeom prst="leftRigh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ft-Up Arrow 14"/>
          <p:cNvSpPr/>
          <p:nvPr/>
        </p:nvSpPr>
        <p:spPr>
          <a:xfrm>
            <a:off x="2571750" y="3614737"/>
            <a:ext cx="1409700" cy="1114426"/>
          </a:xfrm>
          <a:prstGeom prst="left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Notched Right Arrow 15"/>
          <p:cNvSpPr/>
          <p:nvPr/>
        </p:nvSpPr>
        <p:spPr>
          <a:xfrm>
            <a:off x="4451350" y="3614737"/>
            <a:ext cx="1409700" cy="1114426"/>
          </a:xfrm>
          <a:prstGeom prst="notch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Quad Arrow 16"/>
          <p:cNvSpPr/>
          <p:nvPr/>
        </p:nvSpPr>
        <p:spPr>
          <a:xfrm>
            <a:off x="6330950" y="3614737"/>
            <a:ext cx="1409700" cy="1114426"/>
          </a:xfrm>
          <a:prstGeom prst="quad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8210550" y="3614737"/>
            <a:ext cx="1409700" cy="1114426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triped Right Arrow 18"/>
          <p:cNvSpPr/>
          <p:nvPr/>
        </p:nvSpPr>
        <p:spPr>
          <a:xfrm>
            <a:off x="10090150" y="3614737"/>
            <a:ext cx="1409700" cy="1114426"/>
          </a:xfrm>
          <a:prstGeom prst="striped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woosh Arrow 19"/>
          <p:cNvSpPr/>
          <p:nvPr/>
        </p:nvSpPr>
        <p:spPr>
          <a:xfrm>
            <a:off x="692150" y="5100637"/>
            <a:ext cx="1409700" cy="1114426"/>
          </a:xfrm>
          <a:prstGeom prst="swoosh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Up Arrow 20"/>
          <p:cNvSpPr/>
          <p:nvPr/>
        </p:nvSpPr>
        <p:spPr>
          <a:xfrm>
            <a:off x="2571750" y="5100637"/>
            <a:ext cx="1409700" cy="1114426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Up-Down Arrow 21"/>
          <p:cNvSpPr/>
          <p:nvPr/>
        </p:nvSpPr>
        <p:spPr>
          <a:xfrm>
            <a:off x="4451350" y="5100637"/>
            <a:ext cx="1409700" cy="1114426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U-Turn Arrow 22"/>
          <p:cNvSpPr/>
          <p:nvPr/>
        </p:nvSpPr>
        <p:spPr>
          <a:xfrm>
            <a:off x="6330950" y="5100637"/>
            <a:ext cx="1409700" cy="1114426"/>
          </a:xfrm>
          <a:prstGeom prst="utur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