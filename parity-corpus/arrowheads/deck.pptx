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27100" y="1051560"/>
            <a:ext cx="2819400" cy="0"/>
          </a:xfrm>
          <a:prstGeom prst="line">
            <a:avLst/>
          </a:prstGeom>
          <a:ln w="28575">
            <a:solidFill>
              <a:srgbClr val="1F4E79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686300" y="1051560"/>
            <a:ext cx="2819400" cy="0"/>
          </a:xfrm>
          <a:prstGeom prst="line">
            <a:avLst/>
          </a:prstGeom>
          <a:ln w="28575">
            <a:solidFill>
              <a:srgbClr val="1F4E79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445500" y="1051560"/>
            <a:ext cx="2819400" cy="0"/>
          </a:xfrm>
          <a:prstGeom prst="line">
            <a:avLst/>
          </a:prstGeom>
          <a:ln w="28575">
            <a:solidFill>
              <a:srgbClr val="1F4E79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27100" y="2240280"/>
            <a:ext cx="2819400" cy="0"/>
          </a:xfrm>
          <a:prstGeom prst="line">
            <a:avLst/>
          </a:prstGeom>
          <a:ln w="28575">
            <a:solidFill>
              <a:srgbClr val="1F4E79"/>
            </a:solidFill>
            <a:headEnd type="stealth" w="sm" len="sm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686300" y="2240280"/>
            <a:ext cx="2819400" cy="0"/>
          </a:xfrm>
          <a:prstGeom prst="line">
            <a:avLst/>
          </a:prstGeom>
          <a:ln w="28575">
            <a:solidFill>
              <a:srgbClr val="1F4E79"/>
            </a:solidFill>
            <a:headEnd type="stealth" w="med" len="med"/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445500" y="2240280"/>
            <a:ext cx="2819400" cy="0"/>
          </a:xfrm>
          <a:prstGeom prst="line">
            <a:avLst/>
          </a:prstGeom>
          <a:ln w="28575">
            <a:solidFill>
              <a:srgbClr val="1F4E79"/>
            </a:solidFill>
            <a:headEnd type="stealth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27100" y="3429000"/>
            <a:ext cx="2819400" cy="0"/>
          </a:xfrm>
          <a:prstGeom prst="line">
            <a:avLst/>
          </a:prstGeom>
          <a:ln w="28575">
            <a:solidFill>
              <a:srgbClr val="1F4E79"/>
            </a:solidFill>
            <a:headEnd type="diamond" w="sm" len="sm"/>
            <a:tailEnd type="diamond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686300" y="3429000"/>
            <a:ext cx="2819400" cy="0"/>
          </a:xfrm>
          <a:prstGeom prst="line">
            <a:avLst/>
          </a:prstGeom>
          <a:ln w="28575">
            <a:solidFill>
              <a:srgbClr val="1F4E79"/>
            </a:solidFill>
            <a:headEnd type="diamond" w="med" len="med"/>
            <a:tail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445500" y="3429000"/>
            <a:ext cx="2819400" cy="0"/>
          </a:xfrm>
          <a:prstGeom prst="line">
            <a:avLst/>
          </a:prstGeom>
          <a:ln w="28575">
            <a:solidFill>
              <a:srgbClr val="1F4E79"/>
            </a:solidFill>
            <a:headEnd type="diamond" w="lg" len="lg"/>
            <a:tailEnd type="diamond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27100" y="4617720"/>
            <a:ext cx="2819400" cy="0"/>
          </a:xfrm>
          <a:prstGeom prst="line">
            <a:avLst/>
          </a:prstGeom>
          <a:ln w="28575">
            <a:solidFill>
              <a:srgbClr val="1F4E79"/>
            </a:solidFill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686300" y="4617720"/>
            <a:ext cx="2819400" cy="0"/>
          </a:xfrm>
          <a:prstGeom prst="line">
            <a:avLst/>
          </a:prstGeom>
          <a:ln w="28575">
            <a:solidFill>
              <a:srgbClr val="1F4E79"/>
            </a:solidFill>
            <a:headEnd type="oval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445500" y="4617720"/>
            <a:ext cx="2819400" cy="0"/>
          </a:xfrm>
          <a:prstGeom prst="line">
            <a:avLst/>
          </a:prstGeom>
          <a:ln w="28575">
            <a:solidFill>
              <a:srgbClr val="1F4E79"/>
            </a:solidFill>
            <a:headEnd type="oval" w="lg" len="lg"/>
            <a:tailEnd type="oval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27100" y="5806440"/>
            <a:ext cx="2819400" cy="0"/>
          </a:xfrm>
          <a:prstGeom prst="line">
            <a:avLst/>
          </a:prstGeom>
          <a:ln w="28575">
            <a:solidFill>
              <a:srgbClr val="1F4E79"/>
            </a:solidFill>
            <a:headEnd type="arrow"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686300" y="5806440"/>
            <a:ext cx="2819400" cy="0"/>
          </a:xfrm>
          <a:prstGeom prst="line">
            <a:avLst/>
          </a:prstGeom>
          <a:ln w="28575">
            <a:solidFill>
              <a:srgbClr val="1F4E79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445500" y="5806440"/>
            <a:ext cx="2819400" cy="0"/>
          </a:xfrm>
          <a:prstGeom prst="line">
            <a:avLst/>
          </a:prstGeom>
          <a:ln w="28575">
            <a:solidFill>
              <a:srgbClr val="1F4E79"/>
            </a:solidFill>
            <a:headEnd type="arrow" w="lg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