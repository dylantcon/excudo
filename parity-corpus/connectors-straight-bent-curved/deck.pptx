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09625" y="704850"/>
            <a:ext cx="2114550" cy="1485900"/>
          </a:xfrm>
          <a:prstGeom prst="line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3629025" y="704850"/>
            <a:ext cx="2114550" cy="1485900"/>
          </a:xfrm>
          <a:prstGeom prst="line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448425" y="704850"/>
            <a:ext cx="2114550" cy="1485900"/>
          </a:xfrm>
          <a:prstGeom prst="line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9267825" y="704850"/>
            <a:ext cx="2114550" cy="1485900"/>
          </a:xfrm>
          <a:prstGeom prst="line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9625" y="2686050"/>
            <a:ext cx="2114550" cy="1485900"/>
          </a:xfrm>
          <a:prstGeom prst="bent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629025" y="2686050"/>
            <a:ext cx="2114550" cy="1485900"/>
          </a:xfrm>
          <a:prstGeom prst="bent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48425" y="2686050"/>
            <a:ext cx="2114550" cy="1485900"/>
          </a:xfrm>
          <a:prstGeom prst="bent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267825" y="2686050"/>
            <a:ext cx="2114550" cy="1485900"/>
          </a:xfrm>
          <a:prstGeom prst="bent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625" y="4667250"/>
            <a:ext cx="2114550" cy="1485900"/>
          </a:xfrm>
          <a:prstGeom prst="curved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29025" y="4667250"/>
            <a:ext cx="2114550" cy="1485900"/>
          </a:xfrm>
          <a:prstGeom prst="curved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448425" y="4667250"/>
            <a:ext cx="2114550" cy="1485900"/>
          </a:xfrm>
          <a:prstGeom prst="curved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267825" y="4667250"/>
            <a:ext cx="2114550" cy="1485900"/>
          </a:xfrm>
          <a:prstGeom prst="curvedConnector3">
            <a:avLst/>
          </a:prstGeom>
          <a:ln w="317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