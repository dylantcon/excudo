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art Star 1"/>
          <p:cNvSpPr/>
          <p:nvPr/>
        </p:nvSpPr>
        <p:spPr>
          <a:xfrm>
            <a:off x="692150" y="642937"/>
            <a:ext cx="1409700" cy="1114426"/>
          </a:xfrm>
          <a:prstGeom prst="chartSta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urved Down Ribbon 2"/>
          <p:cNvSpPr/>
          <p:nvPr/>
        </p:nvSpPr>
        <p:spPr>
          <a:xfrm>
            <a:off x="2571750" y="642937"/>
            <a:ext cx="1409700" cy="1114426"/>
          </a:xfrm>
          <a:prstGeom prst="ellipseRibb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urved Up Ribbon 3"/>
          <p:cNvSpPr/>
          <p:nvPr/>
        </p:nvSpPr>
        <p:spPr>
          <a:xfrm>
            <a:off x="4451350" y="642937"/>
            <a:ext cx="1409700" cy="1114426"/>
          </a:xfrm>
          <a:prstGeom prst="ellipseRibbon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uble Wave 4"/>
          <p:cNvSpPr/>
          <p:nvPr/>
        </p:nvSpPr>
        <p:spPr>
          <a:xfrm>
            <a:off x="6330950" y="642937"/>
            <a:ext cx="1409700" cy="1114426"/>
          </a:xfrm>
          <a:prstGeom prst="doubleWav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wn Ribbon 5"/>
          <p:cNvSpPr/>
          <p:nvPr/>
        </p:nvSpPr>
        <p:spPr>
          <a:xfrm>
            <a:off x="8210550" y="642937"/>
            <a:ext cx="1409700" cy="1114426"/>
          </a:xfrm>
          <a:prstGeom prst="ribb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xplosion 6"/>
          <p:cNvSpPr/>
          <p:nvPr/>
        </p:nvSpPr>
        <p:spPr>
          <a:xfrm>
            <a:off x="10090150" y="642937"/>
            <a:ext cx="1409700" cy="1114426"/>
          </a:xfrm>
          <a:prstGeom prst="irregularSeal1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losion 7"/>
          <p:cNvSpPr/>
          <p:nvPr/>
        </p:nvSpPr>
        <p:spPr>
          <a:xfrm>
            <a:off x="692150" y="2128837"/>
            <a:ext cx="1409700" cy="1114426"/>
          </a:xfrm>
          <a:prstGeom prst="irregularSeal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orizontal Scroll 8"/>
          <p:cNvSpPr/>
          <p:nvPr/>
        </p:nvSpPr>
        <p:spPr>
          <a:xfrm>
            <a:off x="2571750" y="2128837"/>
            <a:ext cx="1409700" cy="1114426"/>
          </a:xfrm>
          <a:prstGeom prst="horizontalScrol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ft Right Ribbon 9"/>
          <p:cNvSpPr/>
          <p:nvPr/>
        </p:nvSpPr>
        <p:spPr>
          <a:xfrm>
            <a:off x="4451350" y="2128837"/>
            <a:ext cx="1409700" cy="1114426"/>
          </a:xfrm>
          <a:prstGeom prst="leftRightRibb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10-Point Star 10"/>
          <p:cNvSpPr/>
          <p:nvPr/>
        </p:nvSpPr>
        <p:spPr>
          <a:xfrm>
            <a:off x="6330950" y="2128837"/>
            <a:ext cx="1409700" cy="1114426"/>
          </a:xfrm>
          <a:prstGeom prst="star10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12-Point Star 11"/>
          <p:cNvSpPr/>
          <p:nvPr/>
        </p:nvSpPr>
        <p:spPr>
          <a:xfrm>
            <a:off x="8210550" y="2128837"/>
            <a:ext cx="1409700" cy="1114426"/>
          </a:xfrm>
          <a:prstGeom prst="star1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16-Point Star 12"/>
          <p:cNvSpPr/>
          <p:nvPr/>
        </p:nvSpPr>
        <p:spPr>
          <a:xfrm>
            <a:off x="10090150" y="2128837"/>
            <a:ext cx="1409700" cy="1114426"/>
          </a:xfrm>
          <a:prstGeom prst="star16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24-Point Star 13"/>
          <p:cNvSpPr/>
          <p:nvPr/>
        </p:nvSpPr>
        <p:spPr>
          <a:xfrm>
            <a:off x="692150" y="3614737"/>
            <a:ext cx="1409700" cy="1114426"/>
          </a:xfrm>
          <a:prstGeom prst="star24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32-Point Star 14"/>
          <p:cNvSpPr/>
          <p:nvPr/>
        </p:nvSpPr>
        <p:spPr>
          <a:xfrm>
            <a:off x="2571750" y="3614737"/>
            <a:ext cx="1409700" cy="1114426"/>
          </a:xfrm>
          <a:prstGeom prst="star3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4-Point Star 15"/>
          <p:cNvSpPr/>
          <p:nvPr/>
        </p:nvSpPr>
        <p:spPr>
          <a:xfrm>
            <a:off x="4451350" y="3614737"/>
            <a:ext cx="1409700" cy="1114426"/>
          </a:xfrm>
          <a:prstGeom prst="star4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>
            <a:off x="6330950" y="3614737"/>
            <a:ext cx="1409700" cy="1114426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6-Point Star 17"/>
          <p:cNvSpPr/>
          <p:nvPr/>
        </p:nvSpPr>
        <p:spPr>
          <a:xfrm>
            <a:off x="8210550" y="3614737"/>
            <a:ext cx="1409700" cy="1114426"/>
          </a:xfrm>
          <a:prstGeom prst="star6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7-Point Star 18"/>
          <p:cNvSpPr/>
          <p:nvPr/>
        </p:nvSpPr>
        <p:spPr>
          <a:xfrm>
            <a:off x="10090150" y="3614737"/>
            <a:ext cx="1409700" cy="1114426"/>
          </a:xfrm>
          <a:prstGeom prst="star7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8-Point Star 19"/>
          <p:cNvSpPr/>
          <p:nvPr/>
        </p:nvSpPr>
        <p:spPr>
          <a:xfrm>
            <a:off x="692150" y="5100637"/>
            <a:ext cx="1409700" cy="1114426"/>
          </a:xfrm>
          <a:prstGeom prst="star8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Up Ribbon 20"/>
          <p:cNvSpPr/>
          <p:nvPr/>
        </p:nvSpPr>
        <p:spPr>
          <a:xfrm>
            <a:off x="2571750" y="5100637"/>
            <a:ext cx="1409700" cy="1114426"/>
          </a:xfrm>
          <a:prstGeom prst="ribbon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ertical Scroll 21"/>
          <p:cNvSpPr/>
          <p:nvPr/>
        </p:nvSpPr>
        <p:spPr>
          <a:xfrm>
            <a:off x="4451350" y="5100637"/>
            <a:ext cx="1409700" cy="1114426"/>
          </a:xfrm>
          <a:prstGeom prst="verticalScrol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Wave 22"/>
          <p:cNvSpPr/>
          <p:nvPr/>
        </p:nvSpPr>
        <p:spPr>
          <a:xfrm>
            <a:off x="6330950" y="5100637"/>
            <a:ext cx="1409700" cy="1114426"/>
          </a:xfrm>
          <a:prstGeom prst="wav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